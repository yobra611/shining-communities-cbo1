
<file path=[Content_Types].xml><?xml version="1.0" encoding="utf-8"?>
<Types xmlns="http://schemas.openxmlformats.org/package/2006/content-types">
  <Default Extension="png" ContentType="image/png"/>
  <Default Extension="jpeg" ContentType="image/jpeg"/>
  <Default Extension="rels" ContentType="application/vnd.openxmlformats-package.relationships+xml"/>
  <Default Extension="xml" ContentType="application/xml"/>
  <Default Extension="jpg" ContentType="image/jpeg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notesMasters/notesMaster1.xml" ContentType="application/vnd.openxmlformats-officedocument.presentationml.notesMaster+xml"/>
  <Override PartName="/ppt/handoutMasters/handoutMaster1.xml" ContentType="application/vnd.openxmlformats-officedocument.presentationml.handout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ppt/theme/theme3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780" r:id="rId1"/>
  </p:sldMasterIdLst>
  <p:notesMasterIdLst>
    <p:notesMasterId r:id="rId17"/>
  </p:notesMasterIdLst>
  <p:handoutMasterIdLst>
    <p:handoutMasterId r:id="rId18"/>
  </p:handoutMasterIdLst>
  <p:sldIdLst>
    <p:sldId id="328" r:id="rId2"/>
    <p:sldId id="330" r:id="rId3"/>
    <p:sldId id="358" r:id="rId4"/>
    <p:sldId id="387" r:id="rId5"/>
    <p:sldId id="388" r:id="rId6"/>
    <p:sldId id="389" r:id="rId7"/>
    <p:sldId id="390" r:id="rId8"/>
    <p:sldId id="385" r:id="rId9"/>
    <p:sldId id="339" r:id="rId10"/>
    <p:sldId id="382" r:id="rId11"/>
    <p:sldId id="383" r:id="rId12"/>
    <p:sldId id="384" r:id="rId13"/>
    <p:sldId id="391" r:id="rId14"/>
    <p:sldId id="379" r:id="rId15"/>
    <p:sldId id="325" r:id="rId16"/>
  </p:sldIdLst>
  <p:sldSz cx="9144000" cy="6858000" type="screen4x3"/>
  <p:notesSz cx="6881813" cy="92964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521415D9-36F7-43E2-AB2F-B90AF26B5E84}">
      <p14:sectionLst xmlns:p14="http://schemas.microsoft.com/office/powerpoint/2010/main">
        <p14:section name="Default Section" id="{304B207D-99CA-45FE-A500-A549A17116FA}">
          <p14:sldIdLst>
            <p14:sldId id="328"/>
            <p14:sldId id="330"/>
            <p14:sldId id="358"/>
            <p14:sldId id="387"/>
            <p14:sldId id="388"/>
            <p14:sldId id="389"/>
            <p14:sldId id="390"/>
            <p14:sldId id="385"/>
            <p14:sldId id="339"/>
            <p14:sldId id="382"/>
            <p14:sldId id="383"/>
            <p14:sldId id="384"/>
            <p14:sldId id="391"/>
            <p14:sldId id="379"/>
          </p14:sldIdLst>
        </p14:section>
        <p14:section name="Untitled Section" id="{8C0AC875-C0CA-4CC3-B52C-6F4DCA124459}">
          <p14:sldIdLst>
            <p14:sldId id="325"/>
          </p14:sldIdLst>
        </p14:section>
      </p14:sectionLst>
    </p:ext>
    <p:ext uri="{EFAFB233-063F-42B5-8137-9DF3F51BA10A}">
      <p15:sldGuideLst xmlns:p15="http://schemas.microsoft.com/office/powerpoint/2012/main">
        <p15:guide id="1" orient="horz" pos="2160">
          <p15:clr>
            <a:srgbClr val="A4A3A4"/>
          </p15:clr>
        </p15:guide>
        <p15:guide id="2" pos="2880">
          <p15:clr>
            <a:srgbClr val="A4A3A4"/>
          </p15:clr>
        </p15:guide>
      </p15:sldGuideLst>
    </p:ext>
    <p:ext uri="{2D200454-40CA-4A62-9FC3-DE9A4176ACB9}">
      <p15:notes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useTimings="0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0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Medium Style 2 - Accent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34580" autoAdjust="0"/>
    <p:restoredTop sz="86410"/>
  </p:normalViewPr>
  <p:slideViewPr>
    <p:cSldViewPr>
      <p:cViewPr varScale="1">
        <p:scale>
          <a:sx n="36" d="100"/>
          <a:sy n="36" d="100"/>
        </p:scale>
        <p:origin x="804" y="44"/>
      </p:cViewPr>
      <p:guideLst>
        <p:guide orient="horz" pos="2160"/>
        <p:guide pos="2880"/>
      </p:guideLst>
    </p:cSldViewPr>
  </p:slideViewPr>
  <p:outlineViewPr>
    <p:cViewPr>
      <p:scale>
        <a:sx n="33" d="100"/>
        <a:sy n="33" d="100"/>
      </p:scale>
      <p:origin x="0" y="-2515"/>
    </p:cViewPr>
  </p:outlineViewPr>
  <p:notesTextViewPr>
    <p:cViewPr>
      <p:scale>
        <a:sx n="100" d="100"/>
        <a:sy n="100" d="100"/>
      </p:scale>
      <p:origin x="0" y="0"/>
    </p:cViewPr>
  </p:notesTextViewPr>
  <p:sorterViewPr>
    <p:cViewPr>
      <p:scale>
        <a:sx n="66" d="100"/>
        <a:sy n="66" d="100"/>
      </p:scale>
      <p:origin x="0" y="-1560"/>
    </p:cViewPr>
  </p:sorterViewPr>
  <p:notesViewPr>
    <p:cSldViewPr>
      <p:cViewPr varScale="1">
        <p:scale>
          <a:sx n="55" d="100"/>
          <a:sy n="55" d="100"/>
        </p:scale>
        <p:origin x="2874" y="84"/>
      </p:cViewPr>
      <p:guideLst/>
    </p:cSldViewPr>
  </p:notes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handoutMaster" Target="handoutMasters/handoutMaster1.xml"/><Relationship Id="rId3" Type="http://schemas.openxmlformats.org/officeDocument/2006/relationships/slide" Target="slides/slide2.xml"/><Relationship Id="rId21" Type="http://schemas.openxmlformats.org/officeDocument/2006/relationships/theme" Target="theme/theme1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notesMaster" Target="notesMasters/notesMaster1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viewProps" Target="viewProp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10" Type="http://schemas.openxmlformats.org/officeDocument/2006/relationships/slide" Target="slides/slide9.xml"/><Relationship Id="rId19" Type="http://schemas.openxmlformats.org/officeDocument/2006/relationships/presProps" Target="presProps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tableStyles" Target="tableStyles.xml"/></Relationships>
</file>

<file path=ppt/handoutMasters/_rels/handout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3.xml"/></Relationships>
</file>

<file path=ppt/handoutMasters/handoutMaster1.xml><?xml version="1.0" encoding="utf-8"?>
<p:handout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82119" cy="464820"/>
          </a:xfrm>
          <a:prstGeom prst="rect">
            <a:avLst/>
          </a:prstGeom>
        </p:spPr>
        <p:txBody>
          <a:bodyPr vert="horz" lIns="92446" tIns="46223" rIns="92446" bIns="46223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quarter" idx="1"/>
          </p:nvPr>
        </p:nvSpPr>
        <p:spPr>
          <a:xfrm>
            <a:off x="3898102" y="0"/>
            <a:ext cx="2982119" cy="464820"/>
          </a:xfrm>
          <a:prstGeom prst="rect">
            <a:avLst/>
          </a:prstGeom>
        </p:spPr>
        <p:txBody>
          <a:bodyPr vert="horz" lIns="92446" tIns="46223" rIns="92446" bIns="46223" rtlCol="0"/>
          <a:lstStyle>
            <a:lvl1pPr algn="r">
              <a:defRPr sz="1200"/>
            </a:lvl1pPr>
          </a:lstStyle>
          <a:p>
            <a:fld id="{A65F54AB-3820-444D-9E1A-9FEAD7F067DE}" type="datetimeFigureOut">
              <a:rPr lang="en-US" smtClean="0"/>
              <a:pPr/>
              <a:t>8/4/2026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2"/>
          </p:nvPr>
        </p:nvSpPr>
        <p:spPr>
          <a:xfrm>
            <a:off x="0" y="8829967"/>
            <a:ext cx="2982119" cy="464820"/>
          </a:xfrm>
          <a:prstGeom prst="rect">
            <a:avLst/>
          </a:prstGeom>
        </p:spPr>
        <p:txBody>
          <a:bodyPr vert="horz" lIns="92446" tIns="46223" rIns="92446" bIns="46223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3"/>
          </p:nvPr>
        </p:nvSpPr>
        <p:spPr>
          <a:xfrm>
            <a:off x="3898102" y="8829967"/>
            <a:ext cx="2982119" cy="464820"/>
          </a:xfrm>
          <a:prstGeom prst="rect">
            <a:avLst/>
          </a:prstGeom>
        </p:spPr>
        <p:txBody>
          <a:bodyPr vert="horz" lIns="92446" tIns="46223" rIns="92446" bIns="46223" rtlCol="0" anchor="b"/>
          <a:lstStyle>
            <a:lvl1pPr algn="r">
              <a:defRPr sz="1200"/>
            </a:lvl1pPr>
          </a:lstStyle>
          <a:p>
            <a:fld id="{95127D0A-DBFA-4A12-B367-0657C6A5F106}" type="slidenum">
              <a:rPr lang="en-US" smtClean="0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"/>
      </p:ext>
    </p:extLst>
  </p:cSld>
  <p:clrMap bg1="lt1" tx1="dk1" bg2="lt2" tx2="dk2" accent1="accent1" accent2="accent2" accent3="accent3" accent4="accent4" accent5="accent5" accent6="accent6" hlink="hlink" folHlink="folHlink"/>
</p:handoutMaster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82119" cy="464820"/>
          </a:xfrm>
          <a:prstGeom prst="rect">
            <a:avLst/>
          </a:prstGeom>
        </p:spPr>
        <p:txBody>
          <a:bodyPr vert="horz" lIns="92446" tIns="46223" rIns="92446" bIns="46223" rtlCol="0"/>
          <a:lstStyle>
            <a:lvl1pPr algn="l">
              <a:defRPr sz="1200"/>
            </a:lvl1pPr>
          </a:lstStyle>
          <a:p>
            <a:endParaRPr lang="en-GB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98102" y="0"/>
            <a:ext cx="2982119" cy="464820"/>
          </a:xfrm>
          <a:prstGeom prst="rect">
            <a:avLst/>
          </a:prstGeom>
        </p:spPr>
        <p:txBody>
          <a:bodyPr vert="horz" lIns="92446" tIns="46223" rIns="92446" bIns="46223" rtlCol="0"/>
          <a:lstStyle>
            <a:lvl1pPr algn="r">
              <a:defRPr sz="1200"/>
            </a:lvl1pPr>
          </a:lstStyle>
          <a:p>
            <a:fld id="{B1B0D21D-3198-4FEE-B03E-F059D4F8A46F}" type="datetimeFigureOut">
              <a:rPr lang="en-GB" smtClean="0"/>
              <a:pPr/>
              <a:t>04/08/2026</a:t>
            </a:fld>
            <a:endParaRPr lang="en-GB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1117600" y="696913"/>
            <a:ext cx="4648200" cy="348615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2446" tIns="46223" rIns="92446" bIns="46223" rtlCol="0" anchor="ctr"/>
          <a:lstStyle/>
          <a:p>
            <a:endParaRPr lang="en-GB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8182" y="4415790"/>
            <a:ext cx="5505450" cy="4183380"/>
          </a:xfrm>
          <a:prstGeom prst="rect">
            <a:avLst/>
          </a:prstGeom>
        </p:spPr>
        <p:txBody>
          <a:bodyPr vert="horz" lIns="92446" tIns="46223" rIns="92446" bIns="46223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GB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829967"/>
            <a:ext cx="2982119" cy="464820"/>
          </a:xfrm>
          <a:prstGeom prst="rect">
            <a:avLst/>
          </a:prstGeom>
        </p:spPr>
        <p:txBody>
          <a:bodyPr vert="horz" lIns="92446" tIns="46223" rIns="92446" bIns="46223" rtlCol="0" anchor="b"/>
          <a:lstStyle>
            <a:lvl1pPr algn="l">
              <a:defRPr sz="1200"/>
            </a:lvl1pPr>
          </a:lstStyle>
          <a:p>
            <a:endParaRPr lang="en-GB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98102" y="8829967"/>
            <a:ext cx="2982119" cy="464820"/>
          </a:xfrm>
          <a:prstGeom prst="rect">
            <a:avLst/>
          </a:prstGeom>
        </p:spPr>
        <p:txBody>
          <a:bodyPr vert="horz" lIns="92446" tIns="46223" rIns="92446" bIns="46223" rtlCol="0" anchor="b"/>
          <a:lstStyle>
            <a:lvl1pPr algn="r">
              <a:defRPr sz="1200"/>
            </a:lvl1pPr>
          </a:lstStyle>
          <a:p>
            <a:fld id="{823C1887-15E5-4027-A0DB-5B302511DA14}" type="slidenum">
              <a:rPr lang="en-GB" smtClean="0"/>
              <a:pPr/>
              <a:t>‹#›</a:t>
            </a:fld>
            <a:endParaRPr lang="en-GB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1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2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554" name="Rectangle 3"/>
          <p:cNvSpPr>
            <a:spLocks noGrp="1" noChangeArrowheads="1"/>
          </p:cNvSpPr>
          <p:nvPr>
            <p:ph type="dt" sz="quarter" idx="1"/>
          </p:nvPr>
        </p:nvSpPr>
        <p:spPr>
          <a:noFill/>
        </p:spPr>
        <p:txBody>
          <a:bodyPr/>
          <a:lstStyle/>
          <a:p>
            <a:fld id="{4425D238-7019-444D-AE6E-972492ED7F75}" type="datetime8">
              <a:rPr lang="de-DE"/>
              <a:pPr/>
              <a:t>04.08.2026 20:11</a:t>
            </a:fld>
            <a:endParaRPr lang="de-DE"/>
          </a:p>
        </p:txBody>
      </p:sp>
      <p:sp>
        <p:nvSpPr>
          <p:cNvPr id="23555" name="Rectangle 7"/>
          <p:cNvSpPr>
            <a:spLocks noGrp="1" noChangeArrowheads="1"/>
          </p:cNvSpPr>
          <p:nvPr>
            <p:ph type="sldNum" sz="quarter" idx="5"/>
          </p:nvPr>
        </p:nvSpPr>
        <p:spPr>
          <a:noFill/>
        </p:spPr>
        <p:txBody>
          <a:bodyPr/>
          <a:lstStyle/>
          <a:p>
            <a:fld id="{1CEC704D-8473-4E10-9917-F40E83805E2A}" type="slidenum">
              <a:rPr lang="de-DE"/>
              <a:pPr/>
              <a:t>2</a:t>
            </a:fld>
            <a:endParaRPr lang="de-DE"/>
          </a:p>
        </p:txBody>
      </p:sp>
      <p:sp>
        <p:nvSpPr>
          <p:cNvPr id="23556" name="Rectangle 2"/>
          <p:cNvSpPr>
            <a:spLocks noGrp="1" noRot="1" noChangeAspec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23557" name="Rectangle 3"/>
          <p:cNvSpPr>
            <a:spLocks noGrp="1" noChangeArrowheads="1"/>
          </p:cNvSpPr>
          <p:nvPr>
            <p:ph type="body" idx="1"/>
          </p:nvPr>
        </p:nvSpPr>
        <p:spPr>
          <a:noFill/>
          <a:ln/>
        </p:spPr>
        <p:txBody>
          <a:bodyPr/>
          <a:lstStyle/>
          <a:p>
            <a:pPr eaLnBrk="1" hangingPunct="1"/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92983494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554" name="Rectangle 3"/>
          <p:cNvSpPr>
            <a:spLocks noGrp="1" noChangeArrowheads="1"/>
          </p:cNvSpPr>
          <p:nvPr>
            <p:ph type="dt" sz="quarter" idx="1"/>
          </p:nvPr>
        </p:nvSpPr>
        <p:spPr>
          <a:noFill/>
        </p:spPr>
        <p:txBody>
          <a:bodyPr/>
          <a:lstStyle/>
          <a:p>
            <a:fld id="{4425D238-7019-444D-AE6E-972492ED7F75}" type="datetime8">
              <a:rPr lang="de-DE"/>
              <a:pPr/>
              <a:t>04.08.2026 20:11</a:t>
            </a:fld>
            <a:endParaRPr lang="de-DE"/>
          </a:p>
        </p:txBody>
      </p:sp>
      <p:sp>
        <p:nvSpPr>
          <p:cNvPr id="23555" name="Rectangle 7"/>
          <p:cNvSpPr>
            <a:spLocks noGrp="1" noChangeArrowheads="1"/>
          </p:cNvSpPr>
          <p:nvPr>
            <p:ph type="sldNum" sz="quarter" idx="5"/>
          </p:nvPr>
        </p:nvSpPr>
        <p:spPr>
          <a:noFill/>
        </p:spPr>
        <p:txBody>
          <a:bodyPr/>
          <a:lstStyle/>
          <a:p>
            <a:fld id="{1CEC704D-8473-4E10-9917-F40E83805E2A}" type="slidenum">
              <a:rPr lang="de-DE"/>
              <a:pPr/>
              <a:t>3</a:t>
            </a:fld>
            <a:endParaRPr lang="de-DE"/>
          </a:p>
        </p:txBody>
      </p:sp>
      <p:sp>
        <p:nvSpPr>
          <p:cNvPr id="23556" name="Rectangle 2"/>
          <p:cNvSpPr>
            <a:spLocks noGrp="1" noRot="1" noChangeAspec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23557" name="Rectangle 3"/>
          <p:cNvSpPr>
            <a:spLocks noGrp="1" noChangeArrowheads="1"/>
          </p:cNvSpPr>
          <p:nvPr>
            <p:ph type="body" idx="1"/>
          </p:nvPr>
        </p:nvSpPr>
        <p:spPr>
          <a:noFill/>
          <a:ln/>
        </p:spPr>
        <p:txBody>
          <a:bodyPr/>
          <a:lstStyle/>
          <a:p>
            <a:pPr eaLnBrk="1" hangingPunct="1"/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804459596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823C1887-15E5-4027-A0DB-5B302511DA14}" type="slidenum">
              <a:rPr lang="en-GB" smtClean="0"/>
              <a:pPr/>
              <a:t>6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4255891469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602" name="Slide Image Placeholder 1"/>
          <p:cNvSpPr>
            <a:spLocks noGrp="1" noRot="1" noChangeAspect="1" noTextEdit="1"/>
          </p:cNvSpPr>
          <p:nvPr>
            <p:ph type="sldImg"/>
          </p:nvPr>
        </p:nvSpPr>
        <p:spPr>
          <a:ln/>
        </p:spPr>
      </p:sp>
      <p:sp>
        <p:nvSpPr>
          <p:cNvPr id="25603" name="Notes Placeholder 2"/>
          <p:cNvSpPr>
            <a:spLocks noGrp="1"/>
          </p:cNvSpPr>
          <p:nvPr>
            <p:ph type="body" idx="1"/>
          </p:nvPr>
        </p:nvSpPr>
        <p:spPr>
          <a:noFill/>
          <a:ln/>
        </p:spPr>
        <p:txBody>
          <a:bodyPr/>
          <a:lstStyle/>
          <a:p>
            <a:pPr eaLnBrk="1" hangingPunct="1"/>
            <a:endParaRPr lang="en-US"/>
          </a:p>
        </p:txBody>
      </p:sp>
      <p:sp>
        <p:nvSpPr>
          <p:cNvPr id="25604" name="Date Placeholder 3"/>
          <p:cNvSpPr>
            <a:spLocks noGrp="1"/>
          </p:cNvSpPr>
          <p:nvPr>
            <p:ph type="dt" sz="quarter" idx="1"/>
          </p:nvPr>
        </p:nvSpPr>
        <p:spPr>
          <a:noFill/>
        </p:spPr>
        <p:txBody>
          <a:bodyPr/>
          <a:lstStyle/>
          <a:p>
            <a:fld id="{2E13DCB7-2E66-46C0-B86B-3D77064BB5FB}" type="datetime8">
              <a:rPr lang="de-DE"/>
              <a:pPr/>
              <a:t>04.08.2026 20:11</a:t>
            </a:fld>
            <a:endParaRPr lang="de-DE"/>
          </a:p>
        </p:txBody>
      </p:sp>
      <p:sp>
        <p:nvSpPr>
          <p:cNvPr id="25605" name="Slide Number Placeholder 4"/>
          <p:cNvSpPr>
            <a:spLocks noGrp="1"/>
          </p:cNvSpPr>
          <p:nvPr>
            <p:ph type="sldNum" sz="quarter" idx="5"/>
          </p:nvPr>
        </p:nvSpPr>
        <p:spPr>
          <a:noFill/>
        </p:spPr>
        <p:txBody>
          <a:bodyPr/>
          <a:lstStyle/>
          <a:p>
            <a:fld id="{25EB0E51-D9FD-4575-AF81-B5EDF4389645}" type="slidenum">
              <a:rPr lang="de-DE"/>
              <a:pPr/>
              <a:t>9</a:t>
            </a:fld>
            <a:endParaRPr lang="de-DE"/>
          </a:p>
        </p:txBody>
      </p:sp>
    </p:spTree>
    <p:extLst>
      <p:ext uri="{BB962C8B-B14F-4D97-AF65-F5344CB8AC3E}">
        <p14:creationId xmlns:p14="http://schemas.microsoft.com/office/powerpoint/2010/main" val="1420069187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602" name="Slide Image Placeholder 1"/>
          <p:cNvSpPr>
            <a:spLocks noGrp="1" noRot="1" noChangeAspect="1" noTextEdit="1"/>
          </p:cNvSpPr>
          <p:nvPr>
            <p:ph type="sldImg"/>
          </p:nvPr>
        </p:nvSpPr>
        <p:spPr>
          <a:ln/>
        </p:spPr>
      </p:sp>
      <p:sp>
        <p:nvSpPr>
          <p:cNvPr id="25603" name="Notes Placeholder 2"/>
          <p:cNvSpPr>
            <a:spLocks noGrp="1"/>
          </p:cNvSpPr>
          <p:nvPr>
            <p:ph type="body" idx="1"/>
          </p:nvPr>
        </p:nvSpPr>
        <p:spPr>
          <a:noFill/>
          <a:ln/>
        </p:spPr>
        <p:txBody>
          <a:bodyPr/>
          <a:lstStyle/>
          <a:p>
            <a:pPr eaLnBrk="1" hangingPunct="1"/>
            <a:endParaRPr lang="en-US"/>
          </a:p>
        </p:txBody>
      </p:sp>
      <p:sp>
        <p:nvSpPr>
          <p:cNvPr id="25604" name="Date Placeholder 3"/>
          <p:cNvSpPr>
            <a:spLocks noGrp="1"/>
          </p:cNvSpPr>
          <p:nvPr>
            <p:ph type="dt" sz="quarter" idx="1"/>
          </p:nvPr>
        </p:nvSpPr>
        <p:spPr>
          <a:noFill/>
        </p:spPr>
        <p:txBody>
          <a:bodyPr/>
          <a:lstStyle/>
          <a:p>
            <a:fld id="{2E13DCB7-2E66-46C0-B86B-3D77064BB5FB}" type="datetime8">
              <a:rPr lang="de-DE"/>
              <a:pPr/>
              <a:t>04.08.2026 20:11</a:t>
            </a:fld>
            <a:endParaRPr lang="de-DE"/>
          </a:p>
        </p:txBody>
      </p:sp>
      <p:sp>
        <p:nvSpPr>
          <p:cNvPr id="25605" name="Slide Number Placeholder 4"/>
          <p:cNvSpPr>
            <a:spLocks noGrp="1"/>
          </p:cNvSpPr>
          <p:nvPr>
            <p:ph type="sldNum" sz="quarter" idx="5"/>
          </p:nvPr>
        </p:nvSpPr>
        <p:spPr>
          <a:noFill/>
        </p:spPr>
        <p:txBody>
          <a:bodyPr/>
          <a:lstStyle/>
          <a:p>
            <a:fld id="{25EB0E51-D9FD-4575-AF81-B5EDF4389645}" type="slidenum">
              <a:rPr lang="de-DE"/>
              <a:pPr/>
              <a:t>10</a:t>
            </a:fld>
            <a:endParaRPr lang="de-DE"/>
          </a:p>
        </p:txBody>
      </p:sp>
    </p:spTree>
    <p:extLst>
      <p:ext uri="{BB962C8B-B14F-4D97-AF65-F5344CB8AC3E}">
        <p14:creationId xmlns:p14="http://schemas.microsoft.com/office/powerpoint/2010/main" val="2903876390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602" name="Slide Image Placeholder 1"/>
          <p:cNvSpPr>
            <a:spLocks noGrp="1" noRot="1" noChangeAspect="1" noTextEdit="1"/>
          </p:cNvSpPr>
          <p:nvPr>
            <p:ph type="sldImg"/>
          </p:nvPr>
        </p:nvSpPr>
        <p:spPr>
          <a:ln/>
        </p:spPr>
      </p:sp>
      <p:sp>
        <p:nvSpPr>
          <p:cNvPr id="25603" name="Notes Placeholder 2"/>
          <p:cNvSpPr>
            <a:spLocks noGrp="1"/>
          </p:cNvSpPr>
          <p:nvPr>
            <p:ph type="body" idx="1"/>
          </p:nvPr>
        </p:nvSpPr>
        <p:spPr>
          <a:noFill/>
          <a:ln/>
        </p:spPr>
        <p:txBody>
          <a:bodyPr/>
          <a:lstStyle/>
          <a:p>
            <a:pPr eaLnBrk="1" hangingPunct="1"/>
            <a:endParaRPr lang="en-US"/>
          </a:p>
        </p:txBody>
      </p:sp>
      <p:sp>
        <p:nvSpPr>
          <p:cNvPr id="25604" name="Date Placeholder 3"/>
          <p:cNvSpPr>
            <a:spLocks noGrp="1"/>
          </p:cNvSpPr>
          <p:nvPr>
            <p:ph type="dt" sz="quarter" idx="1"/>
          </p:nvPr>
        </p:nvSpPr>
        <p:spPr>
          <a:noFill/>
        </p:spPr>
        <p:txBody>
          <a:bodyPr/>
          <a:lstStyle/>
          <a:p>
            <a:fld id="{2E13DCB7-2E66-46C0-B86B-3D77064BB5FB}" type="datetime8">
              <a:rPr lang="de-DE"/>
              <a:pPr/>
              <a:t>04.08.2026 20:11</a:t>
            </a:fld>
            <a:endParaRPr lang="de-DE"/>
          </a:p>
        </p:txBody>
      </p:sp>
      <p:sp>
        <p:nvSpPr>
          <p:cNvPr id="25605" name="Slide Number Placeholder 4"/>
          <p:cNvSpPr>
            <a:spLocks noGrp="1"/>
          </p:cNvSpPr>
          <p:nvPr>
            <p:ph type="sldNum" sz="quarter" idx="5"/>
          </p:nvPr>
        </p:nvSpPr>
        <p:spPr>
          <a:noFill/>
        </p:spPr>
        <p:txBody>
          <a:bodyPr/>
          <a:lstStyle/>
          <a:p>
            <a:fld id="{25EB0E51-D9FD-4575-AF81-B5EDF4389645}" type="slidenum">
              <a:rPr lang="de-DE"/>
              <a:pPr/>
              <a:t>11</a:t>
            </a:fld>
            <a:endParaRPr lang="de-DE"/>
          </a:p>
        </p:txBody>
      </p:sp>
    </p:spTree>
    <p:extLst>
      <p:ext uri="{BB962C8B-B14F-4D97-AF65-F5344CB8AC3E}">
        <p14:creationId xmlns:p14="http://schemas.microsoft.com/office/powerpoint/2010/main" val="1077534033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602" name="Slide Image Placeholder 1"/>
          <p:cNvSpPr>
            <a:spLocks noGrp="1" noRot="1" noChangeAspect="1" noTextEdit="1"/>
          </p:cNvSpPr>
          <p:nvPr>
            <p:ph type="sldImg"/>
          </p:nvPr>
        </p:nvSpPr>
        <p:spPr>
          <a:ln/>
        </p:spPr>
      </p:sp>
      <p:sp>
        <p:nvSpPr>
          <p:cNvPr id="25603" name="Notes Placeholder 2"/>
          <p:cNvSpPr>
            <a:spLocks noGrp="1"/>
          </p:cNvSpPr>
          <p:nvPr>
            <p:ph type="body" idx="1"/>
          </p:nvPr>
        </p:nvSpPr>
        <p:spPr>
          <a:noFill/>
          <a:ln/>
        </p:spPr>
        <p:txBody>
          <a:bodyPr/>
          <a:lstStyle/>
          <a:p>
            <a:pPr eaLnBrk="1" hangingPunct="1"/>
            <a:endParaRPr lang="en-US"/>
          </a:p>
        </p:txBody>
      </p:sp>
      <p:sp>
        <p:nvSpPr>
          <p:cNvPr id="25604" name="Date Placeholder 3"/>
          <p:cNvSpPr>
            <a:spLocks noGrp="1"/>
          </p:cNvSpPr>
          <p:nvPr>
            <p:ph type="dt" sz="quarter" idx="1"/>
          </p:nvPr>
        </p:nvSpPr>
        <p:spPr>
          <a:noFill/>
        </p:spPr>
        <p:txBody>
          <a:bodyPr/>
          <a:lstStyle/>
          <a:p>
            <a:fld id="{2E13DCB7-2E66-46C0-B86B-3D77064BB5FB}" type="datetime8">
              <a:rPr lang="de-DE"/>
              <a:pPr/>
              <a:t>04.08.2026 20:11</a:t>
            </a:fld>
            <a:endParaRPr lang="de-DE"/>
          </a:p>
        </p:txBody>
      </p:sp>
      <p:sp>
        <p:nvSpPr>
          <p:cNvPr id="25605" name="Slide Number Placeholder 4"/>
          <p:cNvSpPr>
            <a:spLocks noGrp="1"/>
          </p:cNvSpPr>
          <p:nvPr>
            <p:ph type="sldNum" sz="quarter" idx="5"/>
          </p:nvPr>
        </p:nvSpPr>
        <p:spPr>
          <a:noFill/>
        </p:spPr>
        <p:txBody>
          <a:bodyPr/>
          <a:lstStyle/>
          <a:p>
            <a:fld id="{25EB0E51-D9FD-4575-AF81-B5EDF4389645}" type="slidenum">
              <a:rPr lang="de-DE"/>
              <a:pPr/>
              <a:t>12</a:t>
            </a:fld>
            <a:endParaRPr lang="de-DE"/>
          </a:p>
        </p:txBody>
      </p:sp>
    </p:spTree>
    <p:extLst>
      <p:ext uri="{BB962C8B-B14F-4D97-AF65-F5344CB8AC3E}">
        <p14:creationId xmlns:p14="http://schemas.microsoft.com/office/powerpoint/2010/main" val="2193909605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title" preserve="1">
  <p:cSld name="Title Slide">
    <p:bg>
      <p:bgRef idx="1001">
        <a:schemeClr val="bg2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Rectangle 6"/>
          <p:cNvSpPr/>
          <p:nvPr/>
        </p:nvSpPr>
        <p:spPr bwMode="white">
          <a:xfrm>
            <a:off x="0" y="5971032"/>
            <a:ext cx="9144000" cy="886968"/>
          </a:xfrm>
          <a:prstGeom prst="rect">
            <a:avLst/>
          </a:prstGeom>
          <a:solidFill>
            <a:srgbClr val="FFFFFF"/>
          </a:solidFill>
          <a:ln w="50800" cap="rnd" cmpd="dbl" algn="ctr">
            <a:noFill/>
            <a:prstDash val="solid"/>
          </a:ln>
          <a:effectLst/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eaLnBrk="1" latinLnBrk="0" hangingPunct="1"/>
            <a:endParaRPr kumimoji="0" lang="en-US"/>
          </a:p>
        </p:txBody>
      </p:sp>
      <p:sp>
        <p:nvSpPr>
          <p:cNvPr id="10" name="Rectangle 9"/>
          <p:cNvSpPr/>
          <p:nvPr/>
        </p:nvSpPr>
        <p:spPr>
          <a:xfrm>
            <a:off x="-9144" y="6053328"/>
            <a:ext cx="2249424" cy="713232"/>
          </a:xfrm>
          <a:prstGeom prst="rect">
            <a:avLst/>
          </a:prstGeom>
          <a:solidFill>
            <a:schemeClr val="accent2">
              <a:alpha val="100000"/>
            </a:schemeClr>
          </a:solidFill>
          <a:ln w="50800" cap="rnd" cmpd="dbl" algn="ctr">
            <a:noFill/>
            <a:prstDash val="solid"/>
          </a:ln>
          <a:effectLst/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eaLnBrk="1" latinLnBrk="0" hangingPunct="1"/>
            <a:endParaRPr kumimoji="0" lang="en-US"/>
          </a:p>
        </p:txBody>
      </p:sp>
      <p:sp>
        <p:nvSpPr>
          <p:cNvPr id="11" name="Rectangle 10"/>
          <p:cNvSpPr/>
          <p:nvPr/>
        </p:nvSpPr>
        <p:spPr>
          <a:xfrm>
            <a:off x="2359152" y="6044184"/>
            <a:ext cx="6784848" cy="713232"/>
          </a:xfrm>
          <a:prstGeom prst="rect">
            <a:avLst/>
          </a:prstGeom>
          <a:solidFill>
            <a:schemeClr val="accent1">
              <a:alpha val="100000"/>
            </a:schemeClr>
          </a:solidFill>
          <a:ln w="50800" cap="rnd" cmpd="dbl" algn="ctr">
            <a:noFill/>
            <a:prstDash val="solid"/>
          </a:ln>
          <a:effectLst/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eaLnBrk="1" latinLnBrk="0" hangingPunct="1"/>
            <a:endParaRPr kumimoji="0" lang="en-US"/>
          </a:p>
        </p:txBody>
      </p:sp>
      <p:sp>
        <p:nvSpPr>
          <p:cNvPr id="8" name="Title 7"/>
          <p:cNvSpPr>
            <a:spLocks noGrp="1"/>
          </p:cNvSpPr>
          <p:nvPr>
            <p:ph type="ctrTitle"/>
          </p:nvPr>
        </p:nvSpPr>
        <p:spPr>
          <a:xfrm>
            <a:off x="2362200" y="4038600"/>
            <a:ext cx="6477000" cy="1828800"/>
          </a:xfrm>
        </p:spPr>
        <p:txBody>
          <a:bodyPr anchor="b"/>
          <a:lstStyle>
            <a:lvl1pPr>
              <a:defRPr cap="all" baseline="0"/>
            </a:lvl1pPr>
          </a:lstStyle>
          <a:p>
            <a:r>
              <a:rPr kumimoji="0" lang="en-US"/>
              <a:t>Click to edit Master title style</a:t>
            </a:r>
          </a:p>
        </p:txBody>
      </p:sp>
      <p:sp>
        <p:nvSpPr>
          <p:cNvPr id="9" name="Subtitle 8"/>
          <p:cNvSpPr>
            <a:spLocks noGrp="1"/>
          </p:cNvSpPr>
          <p:nvPr>
            <p:ph type="subTitle" idx="1"/>
          </p:nvPr>
        </p:nvSpPr>
        <p:spPr>
          <a:xfrm>
            <a:off x="2362200" y="6050037"/>
            <a:ext cx="6705600" cy="685800"/>
          </a:xfrm>
        </p:spPr>
        <p:txBody>
          <a:bodyPr anchor="ctr">
            <a:normAutofit/>
          </a:bodyPr>
          <a:lstStyle>
            <a:lvl1pPr marL="0" indent="0" algn="l">
              <a:buNone/>
              <a:defRPr sz="2600">
                <a:solidFill>
                  <a:srgbClr val="FFFFFF"/>
                </a:solidFill>
              </a:defRPr>
            </a:lvl1pPr>
            <a:lvl2pPr marL="457200" indent="0" algn="ctr">
              <a:buNone/>
            </a:lvl2pPr>
            <a:lvl3pPr marL="914400" indent="0" algn="ctr">
              <a:buNone/>
            </a:lvl3pPr>
            <a:lvl4pPr marL="1371600" indent="0" algn="ctr">
              <a:buNone/>
            </a:lvl4pPr>
            <a:lvl5pPr marL="1828800" indent="0" algn="ctr">
              <a:buNone/>
            </a:lvl5pPr>
            <a:lvl6pPr marL="2286000" indent="0" algn="ctr">
              <a:buNone/>
            </a:lvl6pPr>
            <a:lvl7pPr marL="2743200" indent="0" algn="ctr">
              <a:buNone/>
            </a:lvl7pPr>
            <a:lvl8pPr marL="3200400" indent="0" algn="ctr">
              <a:buNone/>
            </a:lvl8pPr>
            <a:lvl9pPr marL="3657600" indent="0" algn="ctr">
              <a:buNone/>
            </a:lvl9pPr>
          </a:lstStyle>
          <a:p>
            <a:r>
              <a:rPr kumimoji="0" lang="en-US"/>
              <a:t>Click to edit Master subtitle style</a:t>
            </a:r>
          </a:p>
        </p:txBody>
      </p:sp>
      <p:sp>
        <p:nvSpPr>
          <p:cNvPr id="28" name="Date Placeholder 27"/>
          <p:cNvSpPr>
            <a:spLocks noGrp="1"/>
          </p:cNvSpPr>
          <p:nvPr>
            <p:ph type="dt" sz="half" idx="10"/>
          </p:nvPr>
        </p:nvSpPr>
        <p:spPr>
          <a:xfrm>
            <a:off x="76200" y="6068699"/>
            <a:ext cx="2057400" cy="685800"/>
          </a:xfrm>
        </p:spPr>
        <p:txBody>
          <a:bodyPr>
            <a:noAutofit/>
          </a:bodyPr>
          <a:lstStyle>
            <a:lvl1pPr algn="ctr">
              <a:defRPr sz="2000">
                <a:solidFill>
                  <a:srgbClr val="FFFFFF"/>
                </a:solidFill>
              </a:defRPr>
            </a:lvl1pPr>
          </a:lstStyle>
          <a:p>
            <a:endParaRPr lang="en-GB"/>
          </a:p>
        </p:txBody>
      </p:sp>
      <p:sp>
        <p:nvSpPr>
          <p:cNvPr id="17" name="Footer Placeholder 16"/>
          <p:cNvSpPr>
            <a:spLocks noGrp="1"/>
          </p:cNvSpPr>
          <p:nvPr>
            <p:ph type="ftr" sz="quarter" idx="11"/>
          </p:nvPr>
        </p:nvSpPr>
        <p:spPr>
          <a:xfrm>
            <a:off x="2085393" y="236538"/>
            <a:ext cx="5867400" cy="365125"/>
          </a:xfrm>
        </p:spPr>
        <p:txBody>
          <a:bodyPr/>
          <a:lstStyle>
            <a:lvl1pPr algn="r">
              <a:defRPr>
                <a:solidFill>
                  <a:schemeClr val="tx2"/>
                </a:solidFill>
              </a:defRPr>
            </a:lvl1pPr>
          </a:lstStyle>
          <a:p>
            <a:endParaRPr lang="en-GB" dirty="0"/>
          </a:p>
        </p:txBody>
      </p:sp>
      <p:sp>
        <p:nvSpPr>
          <p:cNvPr id="29" name="Slide Number Placeholder 28"/>
          <p:cNvSpPr>
            <a:spLocks noGrp="1"/>
          </p:cNvSpPr>
          <p:nvPr>
            <p:ph type="sldNum" sz="quarter" idx="12"/>
          </p:nvPr>
        </p:nvSpPr>
        <p:spPr>
          <a:xfrm>
            <a:off x="8001000" y="228600"/>
            <a:ext cx="838200" cy="381000"/>
          </a:xfrm>
        </p:spPr>
        <p:txBody>
          <a:bodyPr/>
          <a:lstStyle>
            <a:lvl1pPr>
              <a:defRPr>
                <a:solidFill>
                  <a:schemeClr val="tx2"/>
                </a:solidFill>
              </a:defRPr>
            </a:lvl1pPr>
          </a:lstStyle>
          <a:p>
            <a:fld id="{147B76C3-6EF7-46F9-889E-796767176F95}" type="slidenum">
              <a:rPr lang="en-GB" smtClean="0"/>
              <a:pPr/>
              <a:t>‹#›</a:t>
            </a:fld>
            <a:endParaRPr lang="en-GB"/>
          </a:p>
        </p:txBody>
      </p:sp>
    </p:spTree>
  </p:cSld>
  <p:clrMapOvr>
    <a:overrideClrMapping bg1="dk1" tx1="lt1" bg2="dk2" tx2="lt2" accent1="accent1" accent2="accent2" accent3="accent3" accent4="accent4" accent5="accent5" accent6="accent6" hlink="hlink" folHlink="folHlink"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12648" y="228600"/>
            <a:ext cx="8153400" cy="990600"/>
          </a:xfrm>
        </p:spPr>
        <p:txBody>
          <a:bodyPr/>
          <a:lstStyle/>
          <a:p>
            <a:r>
              <a:rPr kumimoji="0" lang="en-US"/>
              <a:t>Click to edit Master title style</a:t>
            </a: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>
                <a:solidFill>
                  <a:srgbClr val="FFFFFF"/>
                </a:solidFill>
              </a:defRPr>
            </a:lvl1pPr>
          </a:lstStyle>
          <a:p>
            <a:fld id="{147B76C3-6EF7-46F9-889E-796767176F95}" type="slidenum">
              <a:rPr lang="en-GB" smtClean="0"/>
              <a:pPr/>
              <a:t>‹#›</a:t>
            </a:fld>
            <a:endParaRPr lang="en-GB"/>
          </a:p>
        </p:txBody>
      </p:sp>
      <p:sp>
        <p:nvSpPr>
          <p:cNvPr id="8" name="Content Placeholder 7"/>
          <p:cNvSpPr>
            <a:spLocks noGrp="1"/>
          </p:cNvSpPr>
          <p:nvPr>
            <p:ph sz="quarter" idx="1"/>
          </p:nvPr>
        </p:nvSpPr>
        <p:spPr>
          <a:xfrm>
            <a:off x="612648" y="1600200"/>
            <a:ext cx="8153400" cy="2404864"/>
          </a:xfrm>
        </p:spPr>
        <p:txBody>
          <a:bodyPr/>
          <a:lstStyle/>
          <a:p>
            <a:pPr lvl="0" eaLnBrk="1" latinLnBrk="0" hangingPunct="1"/>
            <a:r>
              <a:rPr lang="en-US" dirty="0"/>
              <a:t>Click to edit Master text styles</a:t>
            </a:r>
          </a:p>
          <a:p>
            <a:pPr lvl="1" eaLnBrk="1" latinLnBrk="0" hangingPunct="1"/>
            <a:r>
              <a:rPr lang="en-US" dirty="0"/>
              <a:t>Second level</a:t>
            </a:r>
          </a:p>
          <a:p>
            <a:pPr lvl="2" eaLnBrk="1" latinLnBrk="0" hangingPunct="1"/>
            <a:r>
              <a:rPr lang="en-US" dirty="0"/>
              <a:t>Third level</a:t>
            </a:r>
          </a:p>
          <a:p>
            <a:pPr lvl="3" eaLnBrk="1" latinLnBrk="0" hangingPunct="1"/>
            <a:r>
              <a:rPr lang="en-US" dirty="0"/>
              <a:t>Fourth level</a:t>
            </a:r>
          </a:p>
          <a:p>
            <a:pPr lvl="4" eaLnBrk="1" latinLnBrk="0" hangingPunct="1"/>
            <a:r>
              <a:rPr lang="en-US" dirty="0"/>
              <a:t>Fifth level</a:t>
            </a:r>
            <a:endParaRPr kumimoji="0" lang="en-US" dirty="0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secHead" preserve="1">
  <p:cSld name="Section Header">
    <p:bg>
      <p:bgRef idx="1003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371600" y="2743200"/>
            <a:ext cx="7123113" cy="1673225"/>
          </a:xfrm>
        </p:spPr>
        <p:txBody>
          <a:bodyPr anchor="t"/>
          <a:lstStyle>
            <a:lvl1pPr marL="0" indent="0">
              <a:buNone/>
              <a:defRPr sz="2800">
                <a:solidFill>
                  <a:schemeClr val="tx2"/>
                </a:solidFill>
              </a:defRPr>
            </a:lvl1pPr>
            <a:lvl2pPr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</a:lstStyle>
          <a:p>
            <a:pPr lvl="0" eaLnBrk="1" latinLnBrk="0" hangingPunct="1"/>
            <a:r>
              <a:rPr kumimoji="0" lang="en-US" dirty="0"/>
              <a:t>Click to edit Master text styles</a:t>
            </a:r>
          </a:p>
        </p:txBody>
      </p:sp>
      <p:sp>
        <p:nvSpPr>
          <p:cNvPr id="7" name="Rectangle 6"/>
          <p:cNvSpPr/>
          <p:nvPr/>
        </p:nvSpPr>
        <p:spPr bwMode="white">
          <a:xfrm>
            <a:off x="0" y="1524000"/>
            <a:ext cx="9144000" cy="1143000"/>
          </a:xfrm>
          <a:prstGeom prst="rect">
            <a:avLst/>
          </a:prstGeom>
          <a:solidFill>
            <a:srgbClr val="FFFFFF"/>
          </a:solidFill>
          <a:ln w="50800" cap="rnd" cmpd="dbl" algn="ctr">
            <a:noFill/>
            <a:prstDash val="solid"/>
          </a:ln>
          <a:effectLst/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eaLnBrk="1" latinLnBrk="0" hangingPunct="1"/>
            <a:endParaRPr kumimoji="0" lang="en-US"/>
          </a:p>
        </p:txBody>
      </p:sp>
      <p:sp>
        <p:nvSpPr>
          <p:cNvPr id="8" name="Rectangle 7"/>
          <p:cNvSpPr/>
          <p:nvPr/>
        </p:nvSpPr>
        <p:spPr>
          <a:xfrm>
            <a:off x="0" y="1600200"/>
            <a:ext cx="1295400" cy="990600"/>
          </a:xfrm>
          <a:prstGeom prst="rect">
            <a:avLst/>
          </a:prstGeom>
          <a:solidFill>
            <a:schemeClr val="accent2">
              <a:alpha val="100000"/>
            </a:schemeClr>
          </a:solidFill>
          <a:ln w="50800" cap="rnd" cmpd="dbl" algn="ctr">
            <a:noFill/>
            <a:prstDash val="solid"/>
          </a:ln>
          <a:effectLst/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eaLnBrk="1" latinLnBrk="0" hangingPunct="1"/>
            <a:endParaRPr kumimoji="0" lang="en-US"/>
          </a:p>
        </p:txBody>
      </p:sp>
      <p:sp>
        <p:nvSpPr>
          <p:cNvPr id="9" name="Rectangle 8"/>
          <p:cNvSpPr/>
          <p:nvPr/>
        </p:nvSpPr>
        <p:spPr>
          <a:xfrm>
            <a:off x="1371600" y="1600200"/>
            <a:ext cx="7772400" cy="990600"/>
          </a:xfrm>
          <a:prstGeom prst="rect">
            <a:avLst/>
          </a:prstGeom>
          <a:solidFill>
            <a:schemeClr val="accent1">
              <a:alpha val="100000"/>
            </a:schemeClr>
          </a:solidFill>
          <a:ln w="50800" cap="rnd" cmpd="dbl" algn="ctr">
            <a:noFill/>
            <a:prstDash val="solid"/>
          </a:ln>
          <a:effectLst/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eaLnBrk="1" latinLnBrk="0" hangingPunct="1"/>
            <a:endParaRPr kumimoji="0" lang="en-US"/>
          </a:p>
        </p:txBody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371600" y="1600200"/>
            <a:ext cx="7620000" cy="990600"/>
          </a:xfrm>
        </p:spPr>
        <p:txBody>
          <a:bodyPr/>
          <a:lstStyle>
            <a:lvl1pPr algn="l">
              <a:buNone/>
              <a:defRPr sz="4400" b="0" cap="none">
                <a:solidFill>
                  <a:srgbClr val="FFFFFF"/>
                </a:solidFill>
              </a:defRPr>
            </a:lvl1pPr>
          </a:lstStyle>
          <a:p>
            <a:r>
              <a:rPr kumimoji="0" lang="en-US" dirty="0"/>
              <a:t>Click to edit Master title style</a:t>
            </a:r>
          </a:p>
        </p:txBody>
      </p:sp>
      <p:sp>
        <p:nvSpPr>
          <p:cNvPr id="12" name="Date Placeholder 1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13" name="Slide Number Placeholder 12"/>
          <p:cNvSpPr>
            <a:spLocks noGrp="1"/>
          </p:cNvSpPr>
          <p:nvPr>
            <p:ph type="sldNum" sz="quarter" idx="11"/>
          </p:nvPr>
        </p:nvSpPr>
        <p:spPr>
          <a:xfrm>
            <a:off x="0" y="1752600"/>
            <a:ext cx="1295400" cy="701676"/>
          </a:xfrm>
        </p:spPr>
        <p:txBody>
          <a:bodyPr>
            <a:noAutofit/>
          </a:bodyPr>
          <a:lstStyle>
            <a:lvl1pPr>
              <a:defRPr sz="2400">
                <a:solidFill>
                  <a:srgbClr val="FFFFFF"/>
                </a:solidFill>
              </a:defRPr>
            </a:lvl1pPr>
          </a:lstStyle>
          <a:p>
            <a:fld id="{147B76C3-6EF7-46F9-889E-796767176F95}" type="slidenum">
              <a:rPr lang="en-GB" smtClean="0"/>
              <a:pPr/>
              <a:t>‹#›</a:t>
            </a:fld>
            <a:endParaRPr lang="en-GB"/>
          </a:p>
        </p:txBody>
      </p:sp>
      <p:sp>
        <p:nvSpPr>
          <p:cNvPr id="14" name="Footer Placeholder 13"/>
          <p:cNvSpPr>
            <a:spLocks noGrp="1"/>
          </p:cNvSpPr>
          <p:nvPr>
            <p:ph type="ftr" sz="quarter" idx="12"/>
          </p:nvPr>
        </p:nvSpPr>
        <p:spPr/>
        <p:txBody>
          <a:bodyPr/>
          <a:lstStyle/>
          <a:p>
            <a:endParaRPr lang="en-GB"/>
          </a:p>
        </p:txBody>
      </p:sp>
    </p:spTree>
  </p:cSld>
  <p:clrMapOvr>
    <a:overrideClrMapping bg1="lt1" tx1="dk1" bg2="lt2" tx2="dk2" accent1="accent1" accent2="accent2" accent3="accent3" accent4="accent4" accent5="accent5" accent6="accent6" hlink="hlink" folHlink="folHlink"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kumimoji="0" lang="en-US"/>
              <a:t>Click to edit Master title style</a:t>
            </a:r>
          </a:p>
        </p:txBody>
      </p:sp>
      <p:sp>
        <p:nvSpPr>
          <p:cNvPr id="9" name="Content Placeholder 8"/>
          <p:cNvSpPr>
            <a:spLocks noGrp="1"/>
          </p:cNvSpPr>
          <p:nvPr>
            <p:ph sz="quarter" idx="1"/>
          </p:nvPr>
        </p:nvSpPr>
        <p:spPr>
          <a:xfrm>
            <a:off x="609600" y="1589567"/>
            <a:ext cx="3886200" cy="4572000"/>
          </a:xfrm>
        </p:spPr>
        <p:txBody>
          <a:bodyPr/>
          <a:lstStyle/>
          <a:p>
            <a:pPr lvl="0" eaLnBrk="1" latinLnBrk="0" hangingPunct="1"/>
            <a:r>
              <a:rPr lang="en-US"/>
              <a:t>Click to edit Master text styles</a:t>
            </a:r>
          </a:p>
          <a:p>
            <a:pPr lvl="1" eaLnBrk="1" latinLnBrk="0" hangingPunct="1"/>
            <a:r>
              <a:rPr lang="en-US"/>
              <a:t>Second level</a:t>
            </a:r>
          </a:p>
          <a:p>
            <a:pPr lvl="2" eaLnBrk="1" latinLnBrk="0" hangingPunct="1"/>
            <a:r>
              <a:rPr lang="en-US"/>
              <a:t>Third level</a:t>
            </a:r>
          </a:p>
          <a:p>
            <a:pPr lvl="3" eaLnBrk="1" latinLnBrk="0" hangingPunct="1"/>
            <a:r>
              <a:rPr lang="en-US"/>
              <a:t>Fourth level</a:t>
            </a:r>
          </a:p>
          <a:p>
            <a:pPr lvl="4" eaLnBrk="1" latinLnBrk="0" hangingPunct="1"/>
            <a:r>
              <a:rPr lang="en-US"/>
              <a:t>Fifth level</a:t>
            </a:r>
            <a:endParaRPr kumimoji="0" lang="en-US"/>
          </a:p>
        </p:txBody>
      </p:sp>
      <p:sp>
        <p:nvSpPr>
          <p:cNvPr id="11" name="Content Placeholder 10"/>
          <p:cNvSpPr>
            <a:spLocks noGrp="1"/>
          </p:cNvSpPr>
          <p:nvPr>
            <p:ph sz="quarter" idx="2"/>
          </p:nvPr>
        </p:nvSpPr>
        <p:spPr>
          <a:xfrm>
            <a:off x="4844901" y="1589567"/>
            <a:ext cx="3886200" cy="4572000"/>
          </a:xfrm>
        </p:spPr>
        <p:txBody>
          <a:bodyPr/>
          <a:lstStyle/>
          <a:p>
            <a:pPr lvl="0" eaLnBrk="1" latinLnBrk="0" hangingPunct="1"/>
            <a:r>
              <a:rPr lang="en-US"/>
              <a:t>Click to edit Master text styles</a:t>
            </a:r>
          </a:p>
          <a:p>
            <a:pPr lvl="1" eaLnBrk="1" latinLnBrk="0" hangingPunct="1"/>
            <a:r>
              <a:rPr lang="en-US"/>
              <a:t>Second level</a:t>
            </a:r>
          </a:p>
          <a:p>
            <a:pPr lvl="2" eaLnBrk="1" latinLnBrk="0" hangingPunct="1"/>
            <a:r>
              <a:rPr lang="en-US"/>
              <a:t>Third level</a:t>
            </a:r>
          </a:p>
          <a:p>
            <a:pPr lvl="3" eaLnBrk="1" latinLnBrk="0" hangingPunct="1"/>
            <a:r>
              <a:rPr lang="en-US"/>
              <a:t>Fourth level</a:t>
            </a:r>
          </a:p>
          <a:p>
            <a:pPr lvl="4" eaLnBrk="1" latinLnBrk="0" hangingPunct="1"/>
            <a:r>
              <a:rPr lang="en-US"/>
              <a:t>Fifth level</a:t>
            </a:r>
            <a:endParaRPr kumimoji="0" lang="en-US"/>
          </a:p>
        </p:txBody>
      </p:sp>
      <p:sp>
        <p:nvSpPr>
          <p:cNvPr id="8" name="Date Placeholder 7"/>
          <p:cNvSpPr>
            <a:spLocks noGrp="1"/>
          </p:cNvSpPr>
          <p:nvPr>
            <p:ph type="dt" sz="half" idx="15"/>
          </p:nvPr>
        </p:nvSpPr>
        <p:spPr/>
        <p:txBody>
          <a:bodyPr rtlCol="0"/>
          <a:lstStyle/>
          <a:p>
            <a:endParaRPr lang="en-GB"/>
          </a:p>
        </p:txBody>
      </p:sp>
      <p:sp>
        <p:nvSpPr>
          <p:cNvPr id="10" name="Slide Number Placeholder 9"/>
          <p:cNvSpPr>
            <a:spLocks noGrp="1"/>
          </p:cNvSpPr>
          <p:nvPr>
            <p:ph type="sldNum" sz="quarter" idx="16"/>
          </p:nvPr>
        </p:nvSpPr>
        <p:spPr/>
        <p:txBody>
          <a:bodyPr rtlCol="0"/>
          <a:lstStyle/>
          <a:p>
            <a:fld id="{147B76C3-6EF7-46F9-889E-796767176F95}" type="slidenum">
              <a:rPr lang="en-GB" smtClean="0"/>
              <a:pPr/>
              <a:t>‹#›</a:t>
            </a:fld>
            <a:endParaRPr lang="en-GB"/>
          </a:p>
        </p:txBody>
      </p:sp>
      <p:sp>
        <p:nvSpPr>
          <p:cNvPr id="12" name="Footer Placeholder 11"/>
          <p:cNvSpPr>
            <a:spLocks noGrp="1"/>
          </p:cNvSpPr>
          <p:nvPr>
            <p:ph type="ftr" sz="quarter" idx="17"/>
          </p:nvPr>
        </p:nvSpPr>
        <p:spPr/>
        <p:txBody>
          <a:bodyPr rtlCol="0"/>
          <a:lstStyle/>
          <a:p>
            <a:endParaRPr lang="en-GB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533400" y="273050"/>
            <a:ext cx="8153400" cy="869950"/>
          </a:xfrm>
        </p:spPr>
        <p:txBody>
          <a:bodyPr anchor="ctr"/>
          <a:lstStyle>
            <a:lvl1pPr>
              <a:defRPr/>
            </a:lvl1pPr>
          </a:lstStyle>
          <a:p>
            <a:r>
              <a:rPr kumimoji="0" lang="en-US"/>
              <a:t>Click to edit Master title style</a:t>
            </a:r>
          </a:p>
        </p:txBody>
      </p:sp>
      <p:sp>
        <p:nvSpPr>
          <p:cNvPr id="11" name="Content Placeholder 10"/>
          <p:cNvSpPr>
            <a:spLocks noGrp="1"/>
          </p:cNvSpPr>
          <p:nvPr>
            <p:ph sz="quarter" idx="2"/>
          </p:nvPr>
        </p:nvSpPr>
        <p:spPr>
          <a:xfrm>
            <a:off x="609600" y="2438400"/>
            <a:ext cx="3886200" cy="3581400"/>
          </a:xfrm>
        </p:spPr>
        <p:txBody>
          <a:bodyPr/>
          <a:lstStyle/>
          <a:p>
            <a:pPr lvl="0" eaLnBrk="1" latinLnBrk="0" hangingPunct="1"/>
            <a:r>
              <a:rPr lang="en-US"/>
              <a:t>Click to edit Master text styles</a:t>
            </a:r>
          </a:p>
          <a:p>
            <a:pPr lvl="1" eaLnBrk="1" latinLnBrk="0" hangingPunct="1"/>
            <a:r>
              <a:rPr lang="en-US"/>
              <a:t>Second level</a:t>
            </a:r>
          </a:p>
          <a:p>
            <a:pPr lvl="2" eaLnBrk="1" latinLnBrk="0" hangingPunct="1"/>
            <a:r>
              <a:rPr lang="en-US"/>
              <a:t>Third level</a:t>
            </a:r>
          </a:p>
          <a:p>
            <a:pPr lvl="3" eaLnBrk="1" latinLnBrk="0" hangingPunct="1"/>
            <a:r>
              <a:rPr lang="en-US"/>
              <a:t>Fourth level</a:t>
            </a:r>
          </a:p>
          <a:p>
            <a:pPr lvl="4" eaLnBrk="1" latinLnBrk="0" hangingPunct="1"/>
            <a:r>
              <a:rPr lang="en-US"/>
              <a:t>Fifth level</a:t>
            </a:r>
            <a:endParaRPr kumimoji="0" lang="en-US"/>
          </a:p>
        </p:txBody>
      </p:sp>
      <p:sp>
        <p:nvSpPr>
          <p:cNvPr id="13" name="Content Placeholder 12"/>
          <p:cNvSpPr>
            <a:spLocks noGrp="1"/>
          </p:cNvSpPr>
          <p:nvPr>
            <p:ph sz="quarter" idx="4"/>
          </p:nvPr>
        </p:nvSpPr>
        <p:spPr>
          <a:xfrm>
            <a:off x="4800600" y="2438400"/>
            <a:ext cx="3886200" cy="3581400"/>
          </a:xfrm>
        </p:spPr>
        <p:txBody>
          <a:bodyPr/>
          <a:lstStyle/>
          <a:p>
            <a:pPr lvl="0" eaLnBrk="1" latinLnBrk="0" hangingPunct="1"/>
            <a:r>
              <a:rPr lang="en-US"/>
              <a:t>Click to edit Master text styles</a:t>
            </a:r>
          </a:p>
          <a:p>
            <a:pPr lvl="1" eaLnBrk="1" latinLnBrk="0" hangingPunct="1"/>
            <a:r>
              <a:rPr lang="en-US"/>
              <a:t>Second level</a:t>
            </a:r>
          </a:p>
          <a:p>
            <a:pPr lvl="2" eaLnBrk="1" latinLnBrk="0" hangingPunct="1"/>
            <a:r>
              <a:rPr lang="en-US"/>
              <a:t>Third level</a:t>
            </a:r>
          </a:p>
          <a:p>
            <a:pPr lvl="3" eaLnBrk="1" latinLnBrk="0" hangingPunct="1"/>
            <a:r>
              <a:rPr lang="en-US"/>
              <a:t>Fourth level</a:t>
            </a:r>
          </a:p>
          <a:p>
            <a:pPr lvl="4" eaLnBrk="1" latinLnBrk="0" hangingPunct="1"/>
            <a:r>
              <a:rPr lang="en-US"/>
              <a:t>Fifth level</a:t>
            </a:r>
            <a:endParaRPr kumimoji="0" lang="en-US"/>
          </a:p>
        </p:txBody>
      </p:sp>
      <p:sp>
        <p:nvSpPr>
          <p:cNvPr id="10" name="Date Placeholder 9"/>
          <p:cNvSpPr>
            <a:spLocks noGrp="1"/>
          </p:cNvSpPr>
          <p:nvPr>
            <p:ph type="dt" sz="half" idx="15"/>
          </p:nvPr>
        </p:nvSpPr>
        <p:spPr/>
        <p:txBody>
          <a:bodyPr rtlCol="0"/>
          <a:lstStyle/>
          <a:p>
            <a:endParaRPr lang="en-GB"/>
          </a:p>
        </p:txBody>
      </p:sp>
      <p:sp>
        <p:nvSpPr>
          <p:cNvPr id="12" name="Slide Number Placeholder 11"/>
          <p:cNvSpPr>
            <a:spLocks noGrp="1"/>
          </p:cNvSpPr>
          <p:nvPr>
            <p:ph type="sldNum" sz="quarter" idx="16"/>
          </p:nvPr>
        </p:nvSpPr>
        <p:spPr/>
        <p:txBody>
          <a:bodyPr rtlCol="0"/>
          <a:lstStyle/>
          <a:p>
            <a:fld id="{147B76C3-6EF7-46F9-889E-796767176F95}" type="slidenum">
              <a:rPr lang="en-GB" smtClean="0"/>
              <a:pPr/>
              <a:t>‹#›</a:t>
            </a:fld>
            <a:endParaRPr lang="en-GB"/>
          </a:p>
        </p:txBody>
      </p:sp>
      <p:sp>
        <p:nvSpPr>
          <p:cNvPr id="14" name="Footer Placeholder 13"/>
          <p:cNvSpPr>
            <a:spLocks noGrp="1"/>
          </p:cNvSpPr>
          <p:nvPr>
            <p:ph type="ftr" sz="quarter" idx="17"/>
          </p:nvPr>
        </p:nvSpPr>
        <p:spPr/>
        <p:txBody>
          <a:bodyPr rtlCol="0"/>
          <a:lstStyle/>
          <a:p>
            <a:endParaRPr lang="en-GB"/>
          </a:p>
        </p:txBody>
      </p:sp>
      <p:sp>
        <p:nvSpPr>
          <p:cNvPr id="16" name="Text Placeholder 15"/>
          <p:cNvSpPr>
            <a:spLocks noGrp="1"/>
          </p:cNvSpPr>
          <p:nvPr>
            <p:ph type="body" sz="quarter" idx="1"/>
          </p:nvPr>
        </p:nvSpPr>
        <p:spPr>
          <a:xfrm>
            <a:off x="609600" y="1752600"/>
            <a:ext cx="3886200" cy="640080"/>
          </a:xfrm>
          <a:solidFill>
            <a:schemeClr val="accent2"/>
          </a:solidFill>
        </p:spPr>
        <p:txBody>
          <a:bodyPr rtlCol="0" anchor="ctr"/>
          <a:lstStyle>
            <a:lvl1pPr marL="0" indent="0">
              <a:buFontTx/>
              <a:buNone/>
              <a:defRPr sz="2000" b="1">
                <a:solidFill>
                  <a:srgbClr val="FFFFFF"/>
                </a:solidFill>
              </a:defRPr>
            </a:lvl1pPr>
          </a:lstStyle>
          <a:p>
            <a:pPr lvl="0" eaLnBrk="1" latinLnBrk="0" hangingPunct="1"/>
            <a:r>
              <a:rPr kumimoji="0" lang="en-US"/>
              <a:t>Click to edit Master text styles</a:t>
            </a:r>
          </a:p>
        </p:txBody>
      </p:sp>
      <p:sp>
        <p:nvSpPr>
          <p:cNvPr id="15" name="Text Placeholder 14"/>
          <p:cNvSpPr>
            <a:spLocks noGrp="1"/>
          </p:cNvSpPr>
          <p:nvPr>
            <p:ph type="body" sz="quarter" idx="3"/>
          </p:nvPr>
        </p:nvSpPr>
        <p:spPr>
          <a:xfrm>
            <a:off x="4800600" y="1752600"/>
            <a:ext cx="3886200" cy="640080"/>
          </a:xfrm>
          <a:solidFill>
            <a:schemeClr val="accent4"/>
          </a:solidFill>
        </p:spPr>
        <p:txBody>
          <a:bodyPr rtlCol="0" anchor="ctr"/>
          <a:lstStyle>
            <a:lvl1pPr marL="0" indent="0">
              <a:buFontTx/>
              <a:buNone/>
              <a:defRPr sz="2000" b="1">
                <a:solidFill>
                  <a:srgbClr val="FFFFFF"/>
                </a:solidFill>
              </a:defRPr>
            </a:lvl1pPr>
          </a:lstStyle>
          <a:p>
            <a:pPr lvl="0" eaLnBrk="1" latinLnBrk="0" hangingPunct="1"/>
            <a:r>
              <a:rPr kumimoji="0" lang="en-US"/>
              <a:t>Click to edit Master text styles</a:t>
            </a:r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kumimoji="0" lang="en-US"/>
              <a:t>Click to edit Master title style</a:t>
            </a:r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>
                <a:solidFill>
                  <a:srgbClr val="FFFFFF"/>
                </a:solidFill>
              </a:defRPr>
            </a:lvl1pPr>
          </a:lstStyle>
          <a:p>
            <a:fld id="{147B76C3-6EF7-46F9-889E-796767176F95}" type="slidenum">
              <a:rPr lang="en-GB" smtClean="0"/>
              <a:pPr/>
              <a:t>‹#›</a:t>
            </a:fld>
            <a:endParaRPr lang="en-GB"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>
          <a:xfrm>
            <a:off x="0" y="6248400"/>
            <a:ext cx="533400" cy="381000"/>
          </a:xfrm>
        </p:spPr>
        <p:txBody>
          <a:bodyPr/>
          <a:lstStyle>
            <a:lvl1pPr>
              <a:defRPr>
                <a:solidFill>
                  <a:schemeClr val="tx2"/>
                </a:solidFill>
              </a:defRPr>
            </a:lvl1pPr>
          </a:lstStyle>
          <a:p>
            <a:fld id="{147B76C3-6EF7-46F9-889E-796767176F95}" type="slidenum">
              <a:rPr lang="en-GB" smtClean="0"/>
              <a:pPr/>
              <a:t>‹#›</a:t>
            </a:fld>
            <a:endParaRPr lang="en-GB"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09600" y="273050"/>
            <a:ext cx="8077200" cy="869950"/>
          </a:xfrm>
        </p:spPr>
        <p:txBody>
          <a:bodyPr anchor="ctr"/>
          <a:lstStyle>
            <a:lvl1pPr algn="l">
              <a:buNone/>
              <a:defRPr sz="4400" b="0"/>
            </a:lvl1pPr>
          </a:lstStyle>
          <a:p>
            <a:r>
              <a:rPr kumimoji="0" lang="en-US"/>
              <a:t>Click to edit Master title style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>
                <a:solidFill>
                  <a:srgbClr val="FFFFFF"/>
                </a:solidFill>
              </a:defRPr>
            </a:lvl1pPr>
          </a:lstStyle>
          <a:p>
            <a:fld id="{147B76C3-6EF7-46F9-889E-796767176F95}" type="slidenum">
              <a:rPr lang="en-GB" smtClean="0"/>
              <a:pPr/>
              <a:t>‹#›</a:t>
            </a:fld>
            <a:endParaRPr lang="en-GB"/>
          </a:p>
        </p:txBody>
      </p:sp>
      <p:sp>
        <p:nvSpPr>
          <p:cNvPr id="3" name="Text Placeholder 2"/>
          <p:cNvSpPr>
            <a:spLocks noGrp="1"/>
          </p:cNvSpPr>
          <p:nvPr>
            <p:ph type="body" idx="2"/>
          </p:nvPr>
        </p:nvSpPr>
        <p:spPr>
          <a:xfrm>
            <a:off x="609600" y="1752600"/>
            <a:ext cx="1600200" cy="4343400"/>
          </a:xfrm>
          <a:ln w="50800" cap="sq" cmpd="dbl" algn="ctr">
            <a:solidFill>
              <a:schemeClr val="accent2"/>
            </a:solidFill>
            <a:prstDash val="solid"/>
            <a:miter lim="800000"/>
          </a:ln>
          <a:effectLst/>
        </p:spPr>
        <p:style>
          <a:lnRef idx="3">
            <a:schemeClr val="lt1"/>
          </a:lnRef>
          <a:fillRef idx="1">
            <a:schemeClr val="accent2"/>
          </a:fillRef>
          <a:effectRef idx="1">
            <a:schemeClr val="accent2"/>
          </a:effectRef>
          <a:fontRef idx="minor">
            <a:schemeClr val="lt1"/>
          </a:fontRef>
        </p:style>
        <p:txBody>
          <a:bodyPr lIns="137160" tIns="182880" rIns="137160" bIns="91440"/>
          <a:lstStyle>
            <a:lvl1pPr marL="0" indent="0">
              <a:spcAft>
                <a:spcPts val="1000"/>
              </a:spcAft>
              <a:buNone/>
              <a:defRPr sz="1800"/>
            </a:lvl1pPr>
            <a:lvl2pPr>
              <a:buNone/>
              <a:defRPr sz="1200"/>
            </a:lvl2pPr>
            <a:lvl3pPr>
              <a:buNone/>
              <a:defRPr sz="1000"/>
            </a:lvl3pPr>
            <a:lvl4pPr>
              <a:buNone/>
              <a:defRPr sz="900"/>
            </a:lvl4pPr>
            <a:lvl5pPr>
              <a:buNone/>
              <a:defRPr sz="900"/>
            </a:lvl5pPr>
          </a:lstStyle>
          <a:p>
            <a:pPr lvl="0" eaLnBrk="1" latinLnBrk="0" hangingPunct="1"/>
            <a:r>
              <a:rPr kumimoji="0" lang="en-US"/>
              <a:t>Click to edit Master text styles</a:t>
            </a:r>
          </a:p>
        </p:txBody>
      </p:sp>
      <p:sp>
        <p:nvSpPr>
          <p:cNvPr id="9" name="Content Placeholder 8"/>
          <p:cNvSpPr>
            <a:spLocks noGrp="1"/>
          </p:cNvSpPr>
          <p:nvPr>
            <p:ph sz="quarter" idx="1"/>
          </p:nvPr>
        </p:nvSpPr>
        <p:spPr>
          <a:xfrm>
            <a:off x="2362200" y="1752600"/>
            <a:ext cx="6400800" cy="4419600"/>
          </a:xfrm>
        </p:spPr>
        <p:txBody>
          <a:bodyPr/>
          <a:lstStyle/>
          <a:p>
            <a:pPr lvl="0" eaLnBrk="1" latinLnBrk="0" hangingPunct="1"/>
            <a:r>
              <a:rPr lang="en-US"/>
              <a:t>Click to edit Master text styles</a:t>
            </a:r>
          </a:p>
          <a:p>
            <a:pPr lvl="1" eaLnBrk="1" latinLnBrk="0" hangingPunct="1"/>
            <a:r>
              <a:rPr lang="en-US"/>
              <a:t>Second level</a:t>
            </a:r>
          </a:p>
          <a:p>
            <a:pPr lvl="2" eaLnBrk="1" latinLnBrk="0" hangingPunct="1"/>
            <a:r>
              <a:rPr lang="en-US"/>
              <a:t>Third level</a:t>
            </a:r>
          </a:p>
          <a:p>
            <a:pPr lvl="3" eaLnBrk="1" latinLnBrk="0" hangingPunct="1"/>
            <a:r>
              <a:rPr lang="en-US"/>
              <a:t>Fourth level</a:t>
            </a:r>
          </a:p>
          <a:p>
            <a:pPr lvl="4" eaLnBrk="1" latinLnBrk="0" hangingPunct="1"/>
            <a:r>
              <a:rPr lang="en-US"/>
              <a:t>Fifth level</a:t>
            </a:r>
            <a:endParaRPr kumimoji="0" lang="en-US"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picTx" preserve="1">
  <p:cSld name="Picture with Caption">
    <p:bg>
      <p:bgRef idx="1003">
        <a:schemeClr val="bg2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600200" y="5486400"/>
            <a:ext cx="7315200" cy="685800"/>
          </a:xfrm>
        </p:spPr>
        <p:txBody>
          <a:bodyPr/>
          <a:lstStyle>
            <a:lvl1pPr marL="0" indent="0">
              <a:buFontTx/>
              <a:buNone/>
              <a:defRPr sz="1700"/>
            </a:lvl1pPr>
            <a:lvl2pPr>
              <a:buFontTx/>
              <a:buNone/>
              <a:defRPr sz="1200"/>
            </a:lvl2pPr>
            <a:lvl3pPr>
              <a:buFontTx/>
              <a:buNone/>
              <a:defRPr sz="1000"/>
            </a:lvl3pPr>
            <a:lvl4pPr>
              <a:buFontTx/>
              <a:buNone/>
              <a:defRPr sz="900"/>
            </a:lvl4pPr>
            <a:lvl5pPr>
              <a:buFontTx/>
              <a:buNone/>
              <a:defRPr sz="900"/>
            </a:lvl5pPr>
          </a:lstStyle>
          <a:p>
            <a:pPr lvl="0" eaLnBrk="1" latinLnBrk="0" hangingPunct="1"/>
            <a:r>
              <a:rPr kumimoji="0" lang="en-US"/>
              <a:t>Click to edit Master text styles</a:t>
            </a:r>
          </a:p>
        </p:txBody>
      </p:sp>
      <p:sp>
        <p:nvSpPr>
          <p:cNvPr id="8" name="Rectangle 7"/>
          <p:cNvSpPr/>
          <p:nvPr/>
        </p:nvSpPr>
        <p:spPr bwMode="white">
          <a:xfrm>
            <a:off x="-9144" y="4572000"/>
            <a:ext cx="9144000" cy="886968"/>
          </a:xfrm>
          <a:prstGeom prst="rect">
            <a:avLst/>
          </a:prstGeom>
          <a:solidFill>
            <a:srgbClr val="FFFFFF"/>
          </a:solidFill>
          <a:ln w="50800" cap="rnd" cmpd="dbl" algn="ctr">
            <a:noFill/>
            <a:prstDash val="solid"/>
          </a:ln>
          <a:effectLst/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eaLnBrk="1" latinLnBrk="0" hangingPunct="1"/>
            <a:endParaRPr kumimoji="0" lang="en-US"/>
          </a:p>
        </p:txBody>
      </p:sp>
      <p:sp>
        <p:nvSpPr>
          <p:cNvPr id="9" name="Rectangle 8"/>
          <p:cNvSpPr/>
          <p:nvPr/>
        </p:nvSpPr>
        <p:spPr>
          <a:xfrm>
            <a:off x="-9144" y="4663440"/>
            <a:ext cx="1463040" cy="713232"/>
          </a:xfrm>
          <a:prstGeom prst="rect">
            <a:avLst/>
          </a:prstGeom>
          <a:solidFill>
            <a:schemeClr val="accent2">
              <a:alpha val="100000"/>
            </a:schemeClr>
          </a:solidFill>
          <a:ln w="50800" cap="rnd" cmpd="dbl" algn="ctr">
            <a:noFill/>
            <a:prstDash val="solid"/>
          </a:ln>
          <a:effectLst/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eaLnBrk="1" latinLnBrk="0" hangingPunct="1"/>
            <a:endParaRPr kumimoji="0" lang="en-US"/>
          </a:p>
        </p:txBody>
      </p:sp>
      <p:sp>
        <p:nvSpPr>
          <p:cNvPr id="10" name="Rectangle 9"/>
          <p:cNvSpPr/>
          <p:nvPr/>
        </p:nvSpPr>
        <p:spPr>
          <a:xfrm>
            <a:off x="1545336" y="4654296"/>
            <a:ext cx="7598664" cy="713232"/>
          </a:xfrm>
          <a:prstGeom prst="rect">
            <a:avLst/>
          </a:prstGeom>
          <a:solidFill>
            <a:schemeClr val="accent1">
              <a:alpha val="100000"/>
            </a:schemeClr>
          </a:solidFill>
          <a:ln w="50800" cap="rnd" cmpd="dbl" algn="ctr">
            <a:noFill/>
            <a:prstDash val="solid"/>
          </a:ln>
          <a:effectLst/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eaLnBrk="1" latinLnBrk="0" hangingPunct="1"/>
            <a:endParaRPr kumimoji="0" lang="en-US"/>
          </a:p>
        </p:txBody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600200" y="4648200"/>
            <a:ext cx="7315200" cy="685800"/>
          </a:xfrm>
        </p:spPr>
        <p:txBody>
          <a:bodyPr anchor="ctr"/>
          <a:lstStyle>
            <a:lvl1pPr algn="l">
              <a:buNone/>
              <a:defRPr sz="2800" b="0">
                <a:solidFill>
                  <a:srgbClr val="FFFFFF"/>
                </a:solidFill>
              </a:defRPr>
            </a:lvl1pPr>
          </a:lstStyle>
          <a:p>
            <a:r>
              <a:rPr kumimoji="0" lang="en-US"/>
              <a:t>Click to edit Master title style</a:t>
            </a:r>
          </a:p>
        </p:txBody>
      </p:sp>
      <p:sp>
        <p:nvSpPr>
          <p:cNvPr id="11" name="Rectangle 10"/>
          <p:cNvSpPr/>
          <p:nvPr/>
        </p:nvSpPr>
        <p:spPr bwMode="white">
          <a:xfrm>
            <a:off x="1447800" y="0"/>
            <a:ext cx="100584" cy="6867144"/>
          </a:xfrm>
          <a:prstGeom prst="rect">
            <a:avLst/>
          </a:prstGeom>
          <a:solidFill>
            <a:srgbClr val="FFFFFF"/>
          </a:solidFill>
          <a:ln w="50800" cap="rnd" cmpd="dbl" algn="ctr">
            <a:noFill/>
            <a:prstDash val="solid"/>
          </a:ln>
          <a:effectLst/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eaLnBrk="1" latinLnBrk="0" hangingPunct="1"/>
            <a:endParaRPr kumimoji="0" lang="en-US"/>
          </a:p>
        </p:txBody>
      </p:sp>
      <p:sp>
        <p:nvSpPr>
          <p:cNvPr id="12" name="Date Placeholder 11"/>
          <p:cNvSpPr>
            <a:spLocks noGrp="1"/>
          </p:cNvSpPr>
          <p:nvPr>
            <p:ph type="dt" sz="half" idx="10"/>
          </p:nvPr>
        </p:nvSpPr>
        <p:spPr>
          <a:xfrm>
            <a:off x="6248400" y="6248400"/>
            <a:ext cx="2667000" cy="365125"/>
          </a:xfrm>
        </p:spPr>
        <p:txBody>
          <a:bodyPr rtlCol="0"/>
          <a:lstStyle/>
          <a:p>
            <a:endParaRPr lang="en-GB"/>
          </a:p>
        </p:txBody>
      </p:sp>
      <p:sp>
        <p:nvSpPr>
          <p:cNvPr id="13" name="Slide Number Placeholder 12"/>
          <p:cNvSpPr>
            <a:spLocks noGrp="1"/>
          </p:cNvSpPr>
          <p:nvPr>
            <p:ph type="sldNum" sz="quarter" idx="11"/>
          </p:nvPr>
        </p:nvSpPr>
        <p:spPr>
          <a:xfrm>
            <a:off x="0" y="4667249"/>
            <a:ext cx="1447800" cy="663578"/>
          </a:xfrm>
        </p:spPr>
        <p:txBody>
          <a:bodyPr rtlCol="0"/>
          <a:lstStyle>
            <a:lvl1pPr>
              <a:defRPr sz="2800"/>
            </a:lvl1pPr>
          </a:lstStyle>
          <a:p>
            <a:fld id="{147B76C3-6EF7-46F9-889E-796767176F95}" type="slidenum">
              <a:rPr lang="en-GB" smtClean="0"/>
              <a:pPr/>
              <a:t>‹#›</a:t>
            </a:fld>
            <a:endParaRPr lang="en-GB"/>
          </a:p>
        </p:txBody>
      </p:sp>
      <p:sp>
        <p:nvSpPr>
          <p:cNvPr id="14" name="Footer Placeholder 13"/>
          <p:cNvSpPr>
            <a:spLocks noGrp="1"/>
          </p:cNvSpPr>
          <p:nvPr>
            <p:ph type="ftr" sz="quarter" idx="12"/>
          </p:nvPr>
        </p:nvSpPr>
        <p:spPr>
          <a:xfrm>
            <a:off x="1600200" y="6248206"/>
            <a:ext cx="4572000" cy="365125"/>
          </a:xfrm>
        </p:spPr>
        <p:txBody>
          <a:bodyPr rtlCol="0"/>
          <a:lstStyle/>
          <a:p>
            <a:endParaRPr lang="en-GB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560576" y="0"/>
            <a:ext cx="7583424" cy="4568952"/>
          </a:xfrm>
          <a:solidFill>
            <a:schemeClr val="accent1">
              <a:tint val="40000"/>
            </a:schemeClr>
          </a:solidFill>
          <a:ln>
            <a:noFill/>
          </a:ln>
        </p:spPr>
        <p:txBody>
          <a:bodyPr/>
          <a:lstStyle>
            <a:lvl1pPr marL="0" indent="0">
              <a:buNone/>
              <a:defRPr sz="3200"/>
            </a:lvl1pPr>
          </a:lstStyle>
          <a:p>
            <a:r>
              <a:rPr kumimoji="0" lang="en-US"/>
              <a:t>Click icon to add picture</a:t>
            </a:r>
            <a:endParaRPr kumimoji="0" lang="en-US" dirty="0"/>
          </a:p>
        </p:txBody>
      </p:sp>
    </p:spTree>
  </p:cSld>
  <p:clrMapOvr>
    <a:overrideClrMapping bg1="lt1" tx1="dk1" bg2="lt2" tx2="dk2" accent1="accent1" accent2="accent2" accent3="accent3" accent4="accent4" accent5="accent5" accent6="accent6" hlink="hlink" folHlink="folHlink"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kumimoji="0"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 eaLnBrk="1" latinLnBrk="0" hangingPunct="1"/>
            <a:r>
              <a:rPr lang="en-US"/>
              <a:t>Click to edit Master text styles</a:t>
            </a:r>
          </a:p>
          <a:p>
            <a:pPr lvl="1" eaLnBrk="1" latinLnBrk="0" hangingPunct="1"/>
            <a:r>
              <a:rPr lang="en-US"/>
              <a:t>Second level</a:t>
            </a:r>
          </a:p>
          <a:p>
            <a:pPr lvl="2" eaLnBrk="1" latinLnBrk="0" hangingPunct="1"/>
            <a:r>
              <a:rPr lang="en-US"/>
              <a:t>Third level</a:t>
            </a:r>
          </a:p>
          <a:p>
            <a:pPr lvl="3" eaLnBrk="1" latinLnBrk="0" hangingPunct="1"/>
            <a:r>
              <a:rPr lang="en-US"/>
              <a:t>Fourth level</a:t>
            </a:r>
          </a:p>
          <a:p>
            <a:pPr lvl="4" eaLnBrk="1" latinLnBrk="0" hangingPunct="1"/>
            <a:r>
              <a:rPr lang="en-US"/>
              <a:t>Fifth level</a:t>
            </a:r>
            <a:endParaRPr kumimoji="0"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47B76C3-6EF7-46F9-889E-796767176F95}" type="slidenum">
              <a:rPr lang="en-GB" smtClean="0"/>
              <a:pPr/>
              <a:t>‹#›</a:t>
            </a:fld>
            <a:endParaRPr lang="en-GB"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vertTitleAndTx" preserve="1">
  <p:cSld name="Vertical Title and Tex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553200" y="609600"/>
            <a:ext cx="2057400" cy="5516563"/>
          </a:xfrm>
        </p:spPr>
        <p:txBody>
          <a:bodyPr vert="eaVert"/>
          <a:lstStyle/>
          <a:p>
            <a:r>
              <a:rPr kumimoji="0"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609600"/>
            <a:ext cx="5562600" cy="5516564"/>
          </a:xfrm>
        </p:spPr>
        <p:txBody>
          <a:bodyPr vert="eaVert"/>
          <a:lstStyle/>
          <a:p>
            <a:pPr lvl="0" eaLnBrk="1" latinLnBrk="0" hangingPunct="1"/>
            <a:r>
              <a:rPr lang="en-US"/>
              <a:t>Click to edit Master text styles</a:t>
            </a:r>
          </a:p>
          <a:p>
            <a:pPr lvl="1" eaLnBrk="1" latinLnBrk="0" hangingPunct="1"/>
            <a:r>
              <a:rPr lang="en-US"/>
              <a:t>Second level</a:t>
            </a:r>
          </a:p>
          <a:p>
            <a:pPr lvl="2" eaLnBrk="1" latinLnBrk="0" hangingPunct="1"/>
            <a:r>
              <a:rPr lang="en-US"/>
              <a:t>Third level</a:t>
            </a:r>
          </a:p>
          <a:p>
            <a:pPr lvl="3" eaLnBrk="1" latinLnBrk="0" hangingPunct="1"/>
            <a:r>
              <a:rPr lang="en-US"/>
              <a:t>Fourth level</a:t>
            </a:r>
          </a:p>
          <a:p>
            <a:pPr lvl="4" eaLnBrk="1" latinLnBrk="0" hangingPunct="1"/>
            <a:r>
              <a:rPr lang="en-US"/>
              <a:t>Fifth level</a:t>
            </a:r>
            <a:endParaRPr kumimoji="0"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>
          <a:xfrm>
            <a:off x="6553200" y="6248402"/>
            <a:ext cx="2209800" cy="365125"/>
          </a:xfrm>
        </p:spPr>
        <p:txBody>
          <a:bodyPr/>
          <a:lstStyle/>
          <a:p>
            <a:endParaRPr lang="en-GB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>
          <a:xfrm>
            <a:off x="457201" y="6248207"/>
            <a:ext cx="5573483" cy="365125"/>
          </a:xfrm>
        </p:spPr>
        <p:txBody>
          <a:bodyPr/>
          <a:lstStyle/>
          <a:p>
            <a:endParaRPr lang="en-GB"/>
          </a:p>
        </p:txBody>
      </p:sp>
      <p:sp>
        <p:nvSpPr>
          <p:cNvPr id="7" name="Rectangle 6"/>
          <p:cNvSpPr/>
          <p:nvPr/>
        </p:nvSpPr>
        <p:spPr bwMode="white">
          <a:xfrm>
            <a:off x="6096318" y="0"/>
            <a:ext cx="320040" cy="6858000"/>
          </a:xfrm>
          <a:prstGeom prst="rect">
            <a:avLst/>
          </a:prstGeom>
          <a:solidFill>
            <a:srgbClr val="FFFFFF"/>
          </a:solidFill>
          <a:ln w="19050" cap="flat" cmpd="sng" algn="ctr">
            <a:noFill/>
            <a:prstDash val="solid"/>
          </a:ln>
        </p:spPr>
        <p:style>
          <a:lnRef idx="2">
            <a:schemeClr val="accent1"/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 eaLnBrk="1" latinLnBrk="0" hangingPunct="1"/>
            <a:endParaRPr kumimoji="0" lang="en-US"/>
          </a:p>
        </p:txBody>
      </p:sp>
      <p:sp>
        <p:nvSpPr>
          <p:cNvPr id="8" name="Rectangle 7"/>
          <p:cNvSpPr/>
          <p:nvPr/>
        </p:nvSpPr>
        <p:spPr>
          <a:xfrm>
            <a:off x="6142038" y="609600"/>
            <a:ext cx="228600" cy="6248400"/>
          </a:xfrm>
          <a:prstGeom prst="rect">
            <a:avLst/>
          </a:prstGeom>
          <a:solidFill>
            <a:schemeClr val="accent1"/>
          </a:solidFill>
          <a:ln w="19050" cap="flat" cmpd="sng" algn="ctr">
            <a:noFill/>
            <a:prstDash val="solid"/>
          </a:ln>
        </p:spPr>
        <p:style>
          <a:lnRef idx="2">
            <a:schemeClr val="accent1"/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 eaLnBrk="1" latinLnBrk="0" hangingPunct="1"/>
            <a:endParaRPr kumimoji="0" lang="en-US"/>
          </a:p>
        </p:txBody>
      </p:sp>
      <p:sp>
        <p:nvSpPr>
          <p:cNvPr id="9" name="Rectangle 8"/>
          <p:cNvSpPr/>
          <p:nvPr/>
        </p:nvSpPr>
        <p:spPr>
          <a:xfrm>
            <a:off x="6142038" y="0"/>
            <a:ext cx="228600" cy="533400"/>
          </a:xfrm>
          <a:prstGeom prst="rect">
            <a:avLst/>
          </a:prstGeom>
          <a:solidFill>
            <a:schemeClr val="accent2"/>
          </a:solidFill>
          <a:ln w="19050" cap="flat" cmpd="sng" algn="ctr">
            <a:noFill/>
            <a:prstDash val="solid"/>
          </a:ln>
        </p:spPr>
        <p:style>
          <a:lnRef idx="2">
            <a:schemeClr val="accent1"/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 eaLnBrk="1" latinLnBrk="0" hangingPunct="1"/>
            <a:endParaRPr kumimoji="0"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>
          <a:xfrm rot="5400000">
            <a:off x="5989638" y="144462"/>
            <a:ext cx="533400" cy="244476"/>
          </a:xfrm>
        </p:spPr>
        <p:txBody>
          <a:bodyPr/>
          <a:lstStyle/>
          <a:p>
            <a:fld id="{147B76C3-6EF7-46F9-889E-796767176F95}" type="slidenum">
              <a:rPr lang="en-GB" smtClean="0"/>
              <a:pPr/>
              <a:t>‹#›</a:t>
            </a:fld>
            <a:endParaRPr lang="en-GB"/>
          </a:p>
        </p:txBody>
      </p:sp>
    </p:spTree>
  </p:cSld>
  <p:clrMapOvr>
    <a:overrideClrMapping bg1="lt1" tx1="dk1" bg2="lt2" tx2="dk2" accent1="accent1" accent2="accent2" accent3="accent3" accent4="accent4" accent5="accent5" accent6="accent6" hlink="hlink" folHlink="folHlink"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" name="Title Placeholder 21"/>
          <p:cNvSpPr>
            <a:spLocks noGrp="1"/>
          </p:cNvSpPr>
          <p:nvPr>
            <p:ph type="title"/>
          </p:nvPr>
        </p:nvSpPr>
        <p:spPr>
          <a:xfrm>
            <a:off x="609600" y="228600"/>
            <a:ext cx="8153400" cy="990600"/>
          </a:xfrm>
          <a:prstGeom prst="rect">
            <a:avLst/>
          </a:prstGeom>
        </p:spPr>
        <p:txBody>
          <a:bodyPr vert="horz" anchor="ctr">
            <a:normAutofit/>
          </a:bodyPr>
          <a:lstStyle/>
          <a:p>
            <a:r>
              <a:rPr kumimoji="0" lang="en-US"/>
              <a:t>Click to edit Master title style</a:t>
            </a:r>
          </a:p>
        </p:txBody>
      </p:sp>
      <p:sp>
        <p:nvSpPr>
          <p:cNvPr id="13" name="Text Placeholder 12"/>
          <p:cNvSpPr>
            <a:spLocks noGrp="1"/>
          </p:cNvSpPr>
          <p:nvPr>
            <p:ph type="body" idx="1"/>
          </p:nvPr>
        </p:nvSpPr>
        <p:spPr>
          <a:xfrm>
            <a:off x="612648" y="1600200"/>
            <a:ext cx="8153400" cy="4526280"/>
          </a:xfrm>
          <a:prstGeom prst="rect">
            <a:avLst/>
          </a:prstGeom>
        </p:spPr>
        <p:txBody>
          <a:bodyPr vert="horz">
            <a:normAutofit/>
          </a:bodyPr>
          <a:lstStyle/>
          <a:p>
            <a:pPr lvl="0" eaLnBrk="1" latinLnBrk="0" hangingPunct="1"/>
            <a:r>
              <a:rPr kumimoji="0" lang="en-US"/>
              <a:t>Click to edit Master text styles</a:t>
            </a:r>
          </a:p>
          <a:p>
            <a:pPr lvl="1" eaLnBrk="1" latinLnBrk="0" hangingPunct="1"/>
            <a:r>
              <a:rPr kumimoji="0" lang="en-US"/>
              <a:t>Second level</a:t>
            </a:r>
          </a:p>
          <a:p>
            <a:pPr lvl="2" eaLnBrk="1" latinLnBrk="0" hangingPunct="1"/>
            <a:r>
              <a:rPr kumimoji="0" lang="en-US"/>
              <a:t>Third level</a:t>
            </a:r>
          </a:p>
          <a:p>
            <a:pPr lvl="3" eaLnBrk="1" latinLnBrk="0" hangingPunct="1"/>
            <a:r>
              <a:rPr kumimoji="0" lang="en-US"/>
              <a:t>Fourth level</a:t>
            </a:r>
          </a:p>
          <a:p>
            <a:pPr lvl="4" eaLnBrk="1" latinLnBrk="0" hangingPunct="1"/>
            <a:r>
              <a:rPr kumimoji="0" lang="en-US"/>
              <a:t>Fifth level</a:t>
            </a:r>
          </a:p>
        </p:txBody>
      </p:sp>
      <p:sp>
        <p:nvSpPr>
          <p:cNvPr id="14" name="Date Placeholder 13"/>
          <p:cNvSpPr>
            <a:spLocks noGrp="1"/>
          </p:cNvSpPr>
          <p:nvPr>
            <p:ph type="dt" sz="half" idx="2"/>
          </p:nvPr>
        </p:nvSpPr>
        <p:spPr>
          <a:xfrm>
            <a:off x="6096000" y="6248400"/>
            <a:ext cx="2667000" cy="365125"/>
          </a:xfrm>
          <a:prstGeom prst="rect">
            <a:avLst/>
          </a:prstGeom>
        </p:spPr>
        <p:txBody>
          <a:bodyPr vert="horz" anchor="ctr" anchorCtr="0"/>
          <a:lstStyle>
            <a:lvl1pPr algn="l" eaLnBrk="1" latinLnBrk="0" hangingPunct="1">
              <a:defRPr kumimoji="0" sz="1400">
                <a:solidFill>
                  <a:schemeClr val="tx2"/>
                </a:solidFill>
              </a:defRPr>
            </a:lvl1pPr>
          </a:lstStyle>
          <a:p>
            <a:endParaRPr lang="en-GB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3"/>
          </p:nvPr>
        </p:nvSpPr>
        <p:spPr>
          <a:xfrm>
            <a:off x="609600" y="6248206"/>
            <a:ext cx="5421083" cy="365125"/>
          </a:xfrm>
          <a:prstGeom prst="rect">
            <a:avLst/>
          </a:prstGeom>
        </p:spPr>
        <p:txBody>
          <a:bodyPr vert="horz" anchor="ctr"/>
          <a:lstStyle>
            <a:lvl1pPr algn="r" eaLnBrk="1" latinLnBrk="0" hangingPunct="1">
              <a:defRPr kumimoji="0" sz="1400">
                <a:solidFill>
                  <a:schemeClr val="tx2"/>
                </a:solidFill>
              </a:defRPr>
            </a:lvl1pPr>
          </a:lstStyle>
          <a:p>
            <a:endParaRPr lang="en-GB"/>
          </a:p>
        </p:txBody>
      </p:sp>
      <p:sp>
        <p:nvSpPr>
          <p:cNvPr id="7" name="Rectangle 6"/>
          <p:cNvSpPr/>
          <p:nvPr/>
        </p:nvSpPr>
        <p:spPr bwMode="white">
          <a:xfrm>
            <a:off x="0" y="1234440"/>
            <a:ext cx="9144000" cy="320040"/>
          </a:xfrm>
          <a:prstGeom prst="rect">
            <a:avLst/>
          </a:prstGeom>
          <a:solidFill>
            <a:srgbClr val="FFFFFF"/>
          </a:solidFill>
          <a:ln w="50800" cap="rnd" cmpd="dbl" algn="ctr">
            <a:noFill/>
            <a:prstDash val="solid"/>
          </a:ln>
          <a:effectLst/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eaLnBrk="1" latinLnBrk="0" hangingPunct="1"/>
            <a:endParaRPr kumimoji="0" lang="en-US"/>
          </a:p>
        </p:txBody>
      </p:sp>
      <p:sp>
        <p:nvSpPr>
          <p:cNvPr id="8" name="Rectangle 7"/>
          <p:cNvSpPr/>
          <p:nvPr/>
        </p:nvSpPr>
        <p:spPr>
          <a:xfrm>
            <a:off x="0" y="1280160"/>
            <a:ext cx="533400" cy="228600"/>
          </a:xfrm>
          <a:prstGeom prst="rect">
            <a:avLst/>
          </a:prstGeom>
          <a:solidFill>
            <a:schemeClr val="accent2">
              <a:alpha val="100000"/>
            </a:schemeClr>
          </a:solidFill>
          <a:ln w="50800" cap="rnd" cmpd="dbl" algn="ctr">
            <a:noFill/>
            <a:prstDash val="solid"/>
          </a:ln>
          <a:effectLst/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eaLnBrk="1" latinLnBrk="0" hangingPunct="1"/>
            <a:endParaRPr kumimoji="0" lang="en-US"/>
          </a:p>
        </p:txBody>
      </p:sp>
      <p:sp>
        <p:nvSpPr>
          <p:cNvPr id="9" name="Rectangle 8"/>
          <p:cNvSpPr/>
          <p:nvPr/>
        </p:nvSpPr>
        <p:spPr>
          <a:xfrm>
            <a:off x="590550" y="1280160"/>
            <a:ext cx="8553450" cy="228600"/>
          </a:xfrm>
          <a:prstGeom prst="rect">
            <a:avLst/>
          </a:prstGeom>
          <a:solidFill>
            <a:schemeClr val="accent1">
              <a:alpha val="100000"/>
            </a:schemeClr>
          </a:solidFill>
          <a:ln w="50800" cap="rnd" cmpd="dbl" algn="ctr">
            <a:noFill/>
            <a:prstDash val="solid"/>
          </a:ln>
          <a:effectLst/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eaLnBrk="1" latinLnBrk="0" hangingPunct="1"/>
            <a:endParaRPr kumimoji="0" lang="en-US"/>
          </a:p>
        </p:txBody>
      </p:sp>
      <p:sp>
        <p:nvSpPr>
          <p:cNvPr id="23" name="Slide Number Placeholder 22"/>
          <p:cNvSpPr>
            <a:spLocks noGrp="1"/>
          </p:cNvSpPr>
          <p:nvPr>
            <p:ph type="sldNum" sz="quarter" idx="4"/>
          </p:nvPr>
        </p:nvSpPr>
        <p:spPr>
          <a:xfrm>
            <a:off x="0" y="1272222"/>
            <a:ext cx="533400" cy="244476"/>
          </a:xfrm>
          <a:prstGeom prst="rect">
            <a:avLst/>
          </a:prstGeom>
        </p:spPr>
        <p:txBody>
          <a:bodyPr vert="horz" anchor="ctr" anchorCtr="0">
            <a:normAutofit/>
          </a:bodyPr>
          <a:lstStyle>
            <a:lvl1pPr algn="ctr" eaLnBrk="1" latinLnBrk="0" hangingPunct="1">
              <a:defRPr kumimoji="0" sz="1400" b="1">
                <a:solidFill>
                  <a:srgbClr val="FFFFFF"/>
                </a:solidFill>
              </a:defRPr>
            </a:lvl1pPr>
          </a:lstStyle>
          <a:p>
            <a:fld id="{147B76C3-6EF7-46F9-889E-796767176F95}" type="slidenum">
              <a:rPr lang="en-GB" smtClean="0"/>
              <a:pPr/>
              <a:t>‹#›</a:t>
            </a:fld>
            <a:endParaRPr lang="en-GB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781" r:id="rId1"/>
    <p:sldLayoutId id="2147483782" r:id="rId2"/>
    <p:sldLayoutId id="2147483783" r:id="rId3"/>
    <p:sldLayoutId id="2147483784" r:id="rId4"/>
    <p:sldLayoutId id="2147483785" r:id="rId5"/>
    <p:sldLayoutId id="2147483786" r:id="rId6"/>
    <p:sldLayoutId id="2147483787" r:id="rId7"/>
    <p:sldLayoutId id="2147483788" r:id="rId8"/>
    <p:sldLayoutId id="2147483789" r:id="rId9"/>
    <p:sldLayoutId id="2147483790" r:id="rId10"/>
    <p:sldLayoutId id="2147483791" r:id="rId11"/>
  </p:sldLayoutIdLst>
  <p:hf sldNum="0" hdr="0" ftr="0" dt="0"/>
  <p:txStyles>
    <p:titleStyle>
      <a:lvl1pPr algn="l" rtl="0" eaLnBrk="1" latinLnBrk="0" hangingPunct="1">
        <a:spcBef>
          <a:spcPct val="0"/>
        </a:spcBef>
        <a:buNone/>
        <a:defRPr kumimoji="0" sz="4400" kern="1200">
          <a:solidFill>
            <a:schemeClr val="tx2"/>
          </a:solidFill>
          <a:latin typeface="+mj-lt"/>
          <a:ea typeface="+mj-ea"/>
          <a:cs typeface="+mj-cs"/>
        </a:defRPr>
      </a:lvl1pPr>
    </p:titleStyle>
    <p:bodyStyle>
      <a:lvl1pPr marL="320040" indent="-320040" algn="l" rtl="0" eaLnBrk="1" latinLnBrk="0" hangingPunct="1">
        <a:spcBef>
          <a:spcPts val="700"/>
        </a:spcBef>
        <a:buClr>
          <a:schemeClr val="accent2"/>
        </a:buClr>
        <a:buSzPct val="60000"/>
        <a:buFont typeface="Wingdings"/>
        <a:buChar char=""/>
        <a:defRPr kumimoji="0" sz="2900" kern="1200">
          <a:solidFill>
            <a:schemeClr val="tx1"/>
          </a:solidFill>
          <a:latin typeface="+mn-lt"/>
          <a:ea typeface="+mn-ea"/>
          <a:cs typeface="+mn-cs"/>
        </a:defRPr>
      </a:lvl1pPr>
      <a:lvl2pPr marL="640080" indent="-274320" algn="l" rtl="0" eaLnBrk="1" latinLnBrk="0" hangingPunct="1">
        <a:spcBef>
          <a:spcPts val="550"/>
        </a:spcBef>
        <a:buClr>
          <a:schemeClr val="accent1"/>
        </a:buClr>
        <a:buSzPct val="70000"/>
        <a:buFont typeface="Wingdings 2"/>
        <a:buChar char=""/>
        <a:defRPr kumimoji="0" sz="26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indent="-228600" algn="l" rtl="0" eaLnBrk="1" latinLnBrk="0" hangingPunct="1">
        <a:spcBef>
          <a:spcPts val="500"/>
        </a:spcBef>
        <a:buClr>
          <a:schemeClr val="accent2"/>
        </a:buClr>
        <a:buSzPct val="75000"/>
        <a:buFont typeface="Wingdings"/>
        <a:buChar char=""/>
        <a:defRPr kumimoji="0" sz="23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indent="-228600" algn="l" rtl="0" eaLnBrk="1" latinLnBrk="0" hangingPunct="1">
        <a:spcBef>
          <a:spcPts val="400"/>
        </a:spcBef>
        <a:buClr>
          <a:schemeClr val="accent3"/>
        </a:buClr>
        <a:buSzPct val="75000"/>
        <a:buFont typeface="Wingdings"/>
        <a:buChar char=""/>
        <a:defRPr kumimoji="0"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indent="-228600" algn="l" rtl="0" eaLnBrk="1" latinLnBrk="0" hangingPunct="1">
        <a:spcBef>
          <a:spcPts val="400"/>
        </a:spcBef>
        <a:buClr>
          <a:schemeClr val="accent4"/>
        </a:buClr>
        <a:buSzPct val="65000"/>
        <a:buFont typeface="Wingdings"/>
        <a:buChar char=""/>
        <a:defRPr kumimoji="0"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103120" indent="-228600" algn="l" rtl="0" eaLnBrk="1" latinLnBrk="0" hangingPunct="1">
        <a:spcBef>
          <a:spcPct val="20000"/>
        </a:spcBef>
        <a:buClr>
          <a:schemeClr val="accent1"/>
        </a:buClr>
        <a:buFont typeface="Wingdings"/>
        <a:buChar char="§"/>
        <a:defRPr kumimoji="0" sz="1800" kern="1200" baseline="0">
          <a:solidFill>
            <a:schemeClr val="tx1"/>
          </a:solidFill>
          <a:latin typeface="+mn-lt"/>
          <a:ea typeface="+mn-ea"/>
          <a:cs typeface="+mn-cs"/>
        </a:defRPr>
      </a:lvl6pPr>
      <a:lvl7pPr marL="2377440" indent="-228600" algn="l" rtl="0" eaLnBrk="1" latinLnBrk="0" hangingPunct="1">
        <a:spcBef>
          <a:spcPct val="20000"/>
        </a:spcBef>
        <a:buClr>
          <a:schemeClr val="accent2"/>
        </a:buClr>
        <a:buFont typeface="Wingdings"/>
        <a:buChar char="§"/>
        <a:defRPr kumimoji="0" sz="1800" kern="1200" baseline="0">
          <a:solidFill>
            <a:schemeClr val="tx1"/>
          </a:solidFill>
          <a:latin typeface="+mn-lt"/>
          <a:ea typeface="+mn-ea"/>
          <a:cs typeface="+mn-cs"/>
        </a:defRPr>
      </a:lvl7pPr>
      <a:lvl8pPr marL="2651760" indent="-228600" algn="l" rtl="0" eaLnBrk="1" latinLnBrk="0" hangingPunct="1">
        <a:spcBef>
          <a:spcPct val="20000"/>
        </a:spcBef>
        <a:buClr>
          <a:schemeClr val="accent3"/>
        </a:buClr>
        <a:buFont typeface="Wingdings"/>
        <a:buChar char="§"/>
        <a:defRPr kumimoji="0" sz="1800" kern="1200" baseline="0">
          <a:solidFill>
            <a:schemeClr val="tx1"/>
          </a:solidFill>
          <a:latin typeface="+mn-lt"/>
          <a:ea typeface="+mn-ea"/>
          <a:cs typeface="+mn-cs"/>
        </a:defRPr>
      </a:lvl8pPr>
      <a:lvl9pPr marL="2926080" indent="-228600" algn="l" rtl="0" eaLnBrk="1" latinLnBrk="0" hangingPunct="1">
        <a:spcBef>
          <a:spcPct val="20000"/>
        </a:spcBef>
        <a:buClr>
          <a:schemeClr val="accent4"/>
        </a:buClr>
        <a:buFont typeface="Wingdings"/>
        <a:buChar char="§"/>
        <a:defRPr kumimoji="0" sz="1800" kern="1200" baseline="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lvl1pPr marL="0" algn="l" rtl="0" eaLnBrk="1" latinLnBrk="0" hangingPunct="1">
        <a:defRPr kumimoji="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rtl="0" eaLnBrk="1" latinLnBrk="0" hangingPunct="1">
        <a:defRPr kumimoji="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rtl="0" eaLnBrk="1" latinLnBrk="0" hangingPunct="1">
        <a:defRPr kumimoji="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rtl="0" eaLnBrk="1" latinLnBrk="0" hangingPunct="1">
        <a:defRPr kumimoji="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rtl="0" eaLnBrk="1" latinLnBrk="0" hangingPunct="1">
        <a:defRPr kumimoji="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rtl="0" eaLnBrk="1" latinLnBrk="0" hangingPunct="1">
        <a:defRPr kumimoji="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rtl="0" eaLnBrk="1" latinLnBrk="0" hangingPunct="1">
        <a:defRPr kumimoji="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rtl="0" eaLnBrk="1" latinLnBrk="0" hangingPunct="1">
        <a:defRPr kumimoji="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rtl="0" eaLnBrk="1" latinLnBrk="0" hangingPunct="1">
        <a:defRPr kumimoji="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2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jpeg"/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image" Target="../media/image5.jpeg"/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image" Target="../media/image6.jpeg"/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7.jpg"/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image" Target="../media/image8.jpg"/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2.xml"/></Relationships>
</file>

<file path=ppt/slides/_rels/slide1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2.xml"/></Relationships>
</file>

<file path=ppt/slides/_rels/slide1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2.xml"/></Relationships>
</file>

<file path=ppt/slides/_rels/slide13.xml.rels><?xml version="1.0" encoding="UTF-8" standalone="yes"?>
<Relationships xmlns="http://schemas.openxmlformats.org/package/2006/relationships"><Relationship Id="rId2" Type="http://schemas.openxmlformats.org/officeDocument/2006/relationships/image" Target="../media/image9.jpeg"/><Relationship Id="rId1" Type="http://schemas.openxmlformats.org/officeDocument/2006/relationships/slideLayout" Target="../slideLayouts/slideLayout2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75" name="Title 1"/>
          <p:cNvSpPr>
            <a:spLocks noGrp="1"/>
          </p:cNvSpPr>
          <p:nvPr>
            <p:ph type="title"/>
          </p:nvPr>
        </p:nvSpPr>
        <p:spPr>
          <a:xfrm>
            <a:off x="0" y="1196752"/>
            <a:ext cx="9144000" cy="2448272"/>
          </a:xfrm>
        </p:spPr>
        <p:txBody>
          <a:bodyPr>
            <a:normAutofit fontScale="90000"/>
          </a:bodyPr>
          <a:lstStyle/>
          <a:p>
            <a:pPr algn="ctr"/>
            <a:r>
              <a:rPr lang="en-GB" altLang="en-US" sz="3600" b="1" dirty="0">
                <a:solidFill>
                  <a:srgbClr val="002060"/>
                </a:solidFill>
                <a:cs typeface="Arial" charset="0"/>
              </a:rPr>
              <a:t/>
            </a:r>
            <a:br>
              <a:rPr lang="en-GB" altLang="en-US" sz="3600" b="1" dirty="0">
                <a:solidFill>
                  <a:srgbClr val="002060"/>
                </a:solidFill>
                <a:cs typeface="Arial" charset="0"/>
              </a:rPr>
            </a:br>
            <a:r>
              <a:rPr lang="en-GB" altLang="en-US" sz="3600" b="1" dirty="0">
                <a:solidFill>
                  <a:srgbClr val="002060"/>
                </a:solidFill>
                <a:cs typeface="Arial" charset="0"/>
              </a:rPr>
              <a:t> </a:t>
            </a:r>
            <a:br>
              <a:rPr lang="en-GB" altLang="en-US" sz="3600" b="1" dirty="0">
                <a:solidFill>
                  <a:srgbClr val="002060"/>
                </a:solidFill>
                <a:cs typeface="Arial" charset="0"/>
              </a:rPr>
            </a:br>
            <a:r>
              <a:rPr lang="en-GB" altLang="en-US" sz="3600" b="1" dirty="0">
                <a:solidFill>
                  <a:srgbClr val="002060"/>
                </a:solidFill>
                <a:cs typeface="Arial" charset="0"/>
              </a:rPr>
              <a:t/>
            </a:r>
            <a:br>
              <a:rPr lang="en-GB" altLang="en-US" sz="3600" b="1" dirty="0">
                <a:solidFill>
                  <a:srgbClr val="002060"/>
                </a:solidFill>
                <a:cs typeface="Arial" charset="0"/>
              </a:rPr>
            </a:br>
            <a:r>
              <a:rPr lang="en-GB" altLang="en-US" b="1" dirty="0" smtClean="0">
                <a:solidFill>
                  <a:srgbClr val="002060"/>
                </a:solidFill>
                <a:cs typeface="Arial" charset="0"/>
              </a:rPr>
              <a:t>SHINING COMMUNITIES CBO</a:t>
            </a:r>
            <a:r>
              <a:rPr lang="en-GB" altLang="en-US" sz="3600" b="1" dirty="0">
                <a:solidFill>
                  <a:srgbClr val="002060"/>
                </a:solidFill>
                <a:cs typeface="Arial" charset="0"/>
              </a:rPr>
              <a:t/>
            </a:r>
            <a:br>
              <a:rPr lang="en-GB" altLang="en-US" sz="3600" b="1" dirty="0">
                <a:solidFill>
                  <a:srgbClr val="002060"/>
                </a:solidFill>
                <a:cs typeface="Arial" charset="0"/>
              </a:rPr>
            </a:br>
            <a:r>
              <a:rPr lang="en-GB" altLang="en-US" sz="3600" b="1" dirty="0">
                <a:solidFill>
                  <a:srgbClr val="002060"/>
                </a:solidFill>
                <a:cs typeface="Arial" charset="0"/>
              </a:rPr>
              <a:t/>
            </a:r>
            <a:br>
              <a:rPr lang="en-GB" altLang="en-US" sz="3600" b="1" dirty="0">
                <a:solidFill>
                  <a:srgbClr val="002060"/>
                </a:solidFill>
                <a:cs typeface="Arial" charset="0"/>
              </a:rPr>
            </a:br>
            <a:endParaRPr lang="en-GB" altLang="en-US" sz="3600" b="1" dirty="0">
              <a:solidFill>
                <a:srgbClr val="002060"/>
              </a:solidFill>
              <a:cs typeface="Arial" charset="0"/>
            </a:endParaRPr>
          </a:p>
        </p:txBody>
      </p:sp>
      <p:sp>
        <p:nvSpPr>
          <p:cNvPr id="4" name="Title 1"/>
          <p:cNvSpPr txBox="1">
            <a:spLocks/>
          </p:cNvSpPr>
          <p:nvPr/>
        </p:nvSpPr>
        <p:spPr>
          <a:xfrm>
            <a:off x="-26074" y="3630991"/>
            <a:ext cx="9144000" cy="1944216"/>
          </a:xfrm>
          <a:prstGeom prst="rect">
            <a:avLst/>
          </a:prstGeom>
        </p:spPr>
        <p:txBody>
          <a:bodyPr vert="horz" anchor="ctr">
            <a:normAutofit fontScale="90000" lnSpcReduction="20000"/>
          </a:bodyPr>
          <a:lstStyle>
            <a:lvl1pPr algn="l" rtl="0" eaLnBrk="1" latinLnBrk="0" hangingPunct="1">
              <a:spcBef>
                <a:spcPct val="0"/>
              </a:spcBef>
              <a:buNone/>
              <a:defRPr kumimoji="0" sz="4400" kern="1200">
                <a:solidFill>
                  <a:schemeClr val="tx2"/>
                </a:solidFill>
                <a:latin typeface="+mj-lt"/>
                <a:ea typeface="+mj-ea"/>
                <a:cs typeface="+mj-cs"/>
              </a:defRPr>
            </a:lvl1pPr>
          </a:lstStyle>
          <a:p>
            <a:pPr algn="ctr"/>
            <a:r>
              <a:rPr lang="en-GB" altLang="en-US" sz="3600" b="1" dirty="0">
                <a:solidFill>
                  <a:schemeClr val="tx1">
                    <a:lumMod val="50000"/>
                    <a:lumOff val="50000"/>
                  </a:schemeClr>
                </a:solidFill>
                <a:cs typeface="Arial" charset="0"/>
              </a:rPr>
              <a:t>The</a:t>
            </a:r>
            <a:endParaRPr lang="en-GB" altLang="en-US" sz="5300" b="1" i="1" dirty="0">
              <a:solidFill>
                <a:schemeClr val="tx1">
                  <a:lumMod val="50000"/>
                  <a:lumOff val="50000"/>
                </a:schemeClr>
              </a:solidFill>
              <a:cs typeface="Arial" charset="0"/>
            </a:endParaRPr>
          </a:p>
          <a:p>
            <a:pPr algn="ctr"/>
            <a:r>
              <a:rPr lang="en-GB" altLang="en-US" sz="5300" b="1" i="1" dirty="0">
                <a:solidFill>
                  <a:schemeClr val="tx1">
                    <a:lumMod val="50000"/>
                    <a:lumOff val="50000"/>
                  </a:schemeClr>
                </a:solidFill>
                <a:cs typeface="Arial" charset="0"/>
              </a:rPr>
              <a:t>Advocacy </a:t>
            </a:r>
            <a:r>
              <a:rPr lang="en-GB" altLang="en-US" sz="5300" b="1" i="1" dirty="0" smtClean="0">
                <a:solidFill>
                  <a:schemeClr val="tx1">
                    <a:lumMod val="50000"/>
                    <a:lumOff val="50000"/>
                  </a:schemeClr>
                </a:solidFill>
                <a:cs typeface="Arial" charset="0"/>
              </a:rPr>
              <a:t>Network </a:t>
            </a:r>
            <a:r>
              <a:rPr lang="en-GB" altLang="en-US" sz="5300" b="1" i="1" dirty="0">
                <a:solidFill>
                  <a:schemeClr val="tx1">
                    <a:lumMod val="50000"/>
                    <a:lumOff val="50000"/>
                  </a:schemeClr>
                </a:solidFill>
                <a:cs typeface="Arial" charset="0"/>
              </a:rPr>
              <a:t>for Development</a:t>
            </a:r>
            <a:r>
              <a:rPr lang="en-GB" altLang="en-US" sz="3600" b="1" dirty="0">
                <a:solidFill>
                  <a:srgbClr val="002060"/>
                </a:solidFill>
                <a:cs typeface="Arial" charset="0"/>
              </a:rPr>
              <a:t/>
            </a:r>
            <a:br>
              <a:rPr lang="en-GB" altLang="en-US" sz="3600" b="1" dirty="0">
                <a:solidFill>
                  <a:srgbClr val="002060"/>
                </a:solidFill>
                <a:cs typeface="Arial" charset="0"/>
              </a:rPr>
            </a:br>
            <a:r>
              <a:rPr lang="en-GB" altLang="en-US" sz="3600" b="1" dirty="0">
                <a:solidFill>
                  <a:srgbClr val="002060"/>
                </a:solidFill>
                <a:cs typeface="Arial" charset="0"/>
              </a:rPr>
              <a:t/>
            </a:r>
            <a:br>
              <a:rPr lang="en-GB" altLang="en-US" sz="3600" b="1" dirty="0">
                <a:solidFill>
                  <a:srgbClr val="002060"/>
                </a:solidFill>
                <a:cs typeface="Arial" charset="0"/>
              </a:rPr>
            </a:br>
            <a:endParaRPr lang="en-GB" altLang="en-US" sz="3600" b="1" dirty="0">
              <a:solidFill>
                <a:srgbClr val="002060"/>
              </a:solidFill>
              <a:cs typeface="Arial" charset="0"/>
            </a:endParaRPr>
          </a:p>
        </p:txBody>
      </p:sp>
      <p:pic>
        <p:nvPicPr>
          <p:cNvPr id="2" name="Picture 1"/>
          <p:cNvPicPr>
            <a:picLocks noChangeAspect="1"/>
          </p:cNvPicPr>
          <p:nvPr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4005865" y="147222"/>
            <a:ext cx="1080121" cy="1080121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640166859"/>
      </p:ext>
    </p:extLst>
  </p:cSld>
  <p:clrMapOvr>
    <a:masterClrMapping/>
  </p:clrMapOvr>
  <p:transition spd="slow"/>
  <p:timing>
    <p:tnLst>
      <p:par>
        <p:cTn id="1" dur="indefinite" restart="never" nodeType="tmRoot"/>
      </p:par>
    </p:tnLst>
  </p:timing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 showMasterPhAnim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>
            <a:normAutofit fontScale="85000" lnSpcReduction="20000"/>
          </a:bodyPr>
          <a:lstStyle/>
          <a:p>
            <a:pPr>
              <a:defRPr/>
            </a:pPr>
            <a:fld id="{EF01A9A0-C6ED-40F3-B7F0-8A23D951FCED}" type="slidenum">
              <a:rPr lang="en-US"/>
              <a:pPr>
                <a:defRPr/>
              </a:pPr>
              <a:t>2</a:t>
            </a:fld>
            <a:endParaRPr lang="en-US"/>
          </a:p>
        </p:txBody>
      </p:sp>
      <p:sp>
        <p:nvSpPr>
          <p:cNvPr id="543747" name="Rectangle 3"/>
          <p:cNvSpPr>
            <a:spLocks noGrp="1" noChangeArrowheads="1"/>
          </p:cNvSpPr>
          <p:nvPr>
            <p:ph type="body" idx="1"/>
          </p:nvPr>
        </p:nvSpPr>
        <p:spPr>
          <a:xfrm>
            <a:off x="0" y="3284984"/>
            <a:ext cx="9144000" cy="1224136"/>
          </a:xfrm>
        </p:spPr>
        <p:txBody>
          <a:bodyPr>
            <a:normAutofit/>
          </a:bodyPr>
          <a:lstStyle/>
          <a:p>
            <a:pPr marL="0" indent="0" algn="ctr">
              <a:buNone/>
            </a:pPr>
            <a:r>
              <a:rPr lang="en-US" dirty="0"/>
              <a:t>Give voice to communities with a view to reducing the marginalization gap</a:t>
            </a:r>
          </a:p>
          <a:p>
            <a:pPr eaLnBrk="1" hangingPunct="1">
              <a:lnSpc>
                <a:spcPct val="90000"/>
              </a:lnSpc>
              <a:buClr>
                <a:srgbClr val="FF9900"/>
              </a:buClr>
              <a:buFont typeface="Wingdings" pitchFamily="2" charset="2"/>
              <a:buNone/>
            </a:pPr>
            <a:endParaRPr lang="en-GB" i="1" dirty="0"/>
          </a:p>
          <a:p>
            <a:pPr eaLnBrk="1" hangingPunct="1">
              <a:lnSpc>
                <a:spcPct val="90000"/>
              </a:lnSpc>
              <a:buFontTx/>
              <a:buNone/>
            </a:pPr>
            <a:endParaRPr lang="en-GB" sz="2800" i="1" dirty="0"/>
          </a:p>
          <a:p>
            <a:pPr eaLnBrk="1" hangingPunct="1">
              <a:lnSpc>
                <a:spcPct val="90000"/>
              </a:lnSpc>
              <a:buFontTx/>
              <a:buNone/>
            </a:pPr>
            <a:endParaRPr lang="en-GB" sz="2800" i="1" dirty="0"/>
          </a:p>
        </p:txBody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0" y="228600"/>
            <a:ext cx="9144000" cy="990600"/>
          </a:xfrm>
        </p:spPr>
        <p:txBody>
          <a:bodyPr>
            <a:normAutofit/>
          </a:bodyPr>
          <a:lstStyle/>
          <a:p>
            <a:pPr algn="ctr"/>
            <a:r>
              <a:rPr lang="en-GB" sz="4800" b="1" dirty="0">
                <a:solidFill>
                  <a:schemeClr val="accent4"/>
                </a:solidFill>
              </a:rPr>
              <a:t>THRUST</a:t>
            </a:r>
            <a:endParaRPr lang="en-US" sz="4800" b="1" dirty="0">
              <a:solidFill>
                <a:schemeClr val="accent4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670476740"/>
      </p:ext>
    </p:extLst>
  </p:cSld>
  <p:clrMapOvr>
    <a:masterClrMapping/>
  </p:clrMapOvr>
  <p:transition advTm="0">
    <p:checker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7" presetClass="entr" presetSubtype="1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4374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7" dur="500" fill="hold"/>
                                        <p:tgtEl>
                                          <p:spTgt spid="543747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8" dur="500" fill="hold"/>
                                        <p:tgtEl>
                                          <p:spTgt spid="543747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-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9" dur="500" fill="hold"/>
                                        <p:tgtEl>
                                          <p:spTgt spid="543747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w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0" dur="500" fill="hold"/>
                                        <p:tgtEl>
                                          <p:spTgt spid="543747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543747" grpId="0" autoUpdateAnimBg="0"/>
    </p:bldLst>
  </p:timing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 showMasterPhAnim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>
            <a:normAutofit fontScale="85000" lnSpcReduction="20000"/>
          </a:bodyPr>
          <a:lstStyle/>
          <a:p>
            <a:pPr>
              <a:defRPr/>
            </a:pPr>
            <a:fld id="{EF01A9A0-C6ED-40F3-B7F0-8A23D951FCED}" type="slidenum">
              <a:rPr lang="en-US"/>
              <a:pPr>
                <a:defRPr/>
              </a:pPr>
              <a:t>3</a:t>
            </a:fld>
            <a:endParaRPr lang="en-US"/>
          </a:p>
        </p:txBody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36512" y="116632"/>
            <a:ext cx="9144000" cy="990600"/>
          </a:xfrm>
        </p:spPr>
        <p:txBody>
          <a:bodyPr>
            <a:normAutofit/>
          </a:bodyPr>
          <a:lstStyle/>
          <a:p>
            <a:pPr algn="ctr"/>
            <a:r>
              <a:rPr lang="en-GB" sz="4800" b="1" dirty="0">
                <a:solidFill>
                  <a:schemeClr val="accent4"/>
                </a:solidFill>
              </a:rPr>
              <a:t>OUR PILLARS</a:t>
            </a:r>
            <a:endParaRPr lang="en-US" sz="4800" b="1" dirty="0">
              <a:solidFill>
                <a:schemeClr val="accent4"/>
              </a:solidFill>
            </a:endParaRPr>
          </a:p>
        </p:txBody>
      </p:sp>
      <p:pic>
        <p:nvPicPr>
          <p:cNvPr id="4" name="Picture 3"/>
          <p:cNvPicPr>
            <a:picLocks noChangeAspect="1"/>
          </p:cNvPicPr>
          <p:nvPr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1681688"/>
            <a:ext cx="9144000" cy="5176312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847922525"/>
      </p:ext>
    </p:extLst>
  </p:cSld>
  <p:clrMapOvr>
    <a:masterClrMapping/>
  </p:clrMapOvr>
  <p:transition advTm="0">
    <p:checker/>
  </p:transition>
  <p:timing>
    <p:tnLst>
      <p:par>
        <p:cTn id="1" dur="indefinite" restart="never" nodeType="tmRoot"/>
      </p:par>
    </p:tnLst>
  </p:timing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gradFill>
          <a:gsLst>
            <a:gs pos="0">
              <a:schemeClr val="accent1">
                <a:lumMod val="5000"/>
                <a:lumOff val="95000"/>
              </a:schemeClr>
            </a:gs>
            <a:gs pos="74000">
              <a:schemeClr val="accent1">
                <a:lumMod val="45000"/>
                <a:lumOff val="55000"/>
              </a:schemeClr>
            </a:gs>
            <a:gs pos="83000">
              <a:schemeClr val="accent1">
                <a:lumMod val="45000"/>
                <a:lumOff val="55000"/>
              </a:schemeClr>
            </a:gs>
            <a:gs pos="100000">
              <a:schemeClr val="accent1">
                <a:lumMod val="30000"/>
                <a:lumOff val="70000"/>
              </a:schemeClr>
            </a:gs>
          </a:gsLst>
          <a:lin ang="5400000" scaled="1"/>
        </a:gra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Picture 3"/>
          <p:cNvPicPr>
            <a:picLocks noChangeAspect="1"/>
          </p:cNvPicPr>
          <p:nvPr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1"/>
            <a:ext cx="9144000" cy="6856616"/>
          </a:xfrm>
          <a:prstGeom prst="rect">
            <a:avLst/>
          </a:prstGeom>
          <a:effectLst>
            <a:softEdge rad="31750"/>
          </a:effectLst>
        </p:spPr>
      </p:pic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-1548680" y="3140968"/>
            <a:ext cx="8153400" cy="990600"/>
          </a:xfrm>
        </p:spPr>
        <p:txBody>
          <a:bodyPr>
            <a:normAutofit fontScale="90000"/>
          </a:bodyPr>
          <a:lstStyle/>
          <a:p>
            <a:pPr algn="ctr"/>
            <a:r>
              <a:rPr lang="en-US" dirty="0">
                <a:solidFill>
                  <a:schemeClr val="bg1"/>
                </a:solidFill>
              </a:rPr>
              <a:t>Gender Advocacy</a:t>
            </a:r>
            <a:br>
              <a:rPr lang="en-US" dirty="0">
                <a:solidFill>
                  <a:schemeClr val="bg1"/>
                </a:solidFill>
              </a:rPr>
            </a:br>
            <a:endParaRPr lang="en-US" dirty="0">
              <a:solidFill>
                <a:schemeClr val="bg1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4784537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Content Placeholder 4"/>
          <p:cNvPicPr>
            <a:picLocks noGrp="1" noChangeAspect="1"/>
          </p:cNvPicPr>
          <p:nvPr>
            <p:ph sz="quarter" idx="1"/>
          </p:nvPr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-84188" y="-22100"/>
            <a:ext cx="9228188" cy="6921142"/>
          </a:xfrm>
        </p:spPr>
      </p:pic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12648" y="3590528"/>
            <a:ext cx="8153400" cy="990600"/>
          </a:xfrm>
        </p:spPr>
        <p:txBody>
          <a:bodyPr>
            <a:normAutofit fontScale="90000"/>
          </a:bodyPr>
          <a:lstStyle/>
          <a:p>
            <a:pPr algn="ctr"/>
            <a:r>
              <a:rPr lang="en-US" dirty="0">
                <a:solidFill>
                  <a:schemeClr val="bg1"/>
                </a:solidFill>
              </a:rPr>
              <a:t>Children and Youth Advocacy</a:t>
            </a:r>
            <a:br>
              <a:rPr lang="en-US" dirty="0">
                <a:solidFill>
                  <a:schemeClr val="bg1"/>
                </a:solidFill>
              </a:rPr>
            </a:br>
            <a:endParaRPr lang="en-US" dirty="0">
              <a:solidFill>
                <a:schemeClr val="bg1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103863193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Picture 4"/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-2268760" y="-9945"/>
            <a:ext cx="12673408" cy="7003262"/>
          </a:xfrm>
          <a:prstGeom prst="rect">
            <a:avLst/>
          </a:prstGeom>
        </p:spPr>
      </p:pic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395536" y="5867400"/>
            <a:ext cx="8153400" cy="990600"/>
          </a:xfrm>
        </p:spPr>
        <p:txBody>
          <a:bodyPr>
            <a:normAutofit fontScale="90000"/>
          </a:bodyPr>
          <a:lstStyle/>
          <a:p>
            <a:pPr algn="ctr"/>
            <a:r>
              <a:rPr lang="en-US" dirty="0">
                <a:solidFill>
                  <a:schemeClr val="bg1"/>
                </a:solidFill>
              </a:rPr>
              <a:t>Water </a:t>
            </a:r>
            <a:r>
              <a:rPr lang="en-US" dirty="0" smtClean="0">
                <a:solidFill>
                  <a:schemeClr val="bg1"/>
                </a:solidFill>
              </a:rPr>
              <a:t>Rights and Environment </a:t>
            </a:r>
            <a:r>
              <a:rPr lang="en-US" dirty="0" smtClean="0">
                <a:solidFill>
                  <a:schemeClr val="bg1"/>
                </a:solidFill>
              </a:rPr>
              <a:t> </a:t>
            </a:r>
            <a:r>
              <a:rPr lang="en-US" dirty="0">
                <a:solidFill>
                  <a:schemeClr val="bg1"/>
                </a:solidFill>
              </a:rPr>
              <a:t>Advocacy</a:t>
            </a:r>
            <a:br>
              <a:rPr lang="en-US" dirty="0">
                <a:solidFill>
                  <a:schemeClr val="bg1"/>
                </a:solidFill>
              </a:rPr>
            </a:br>
            <a:endParaRPr lang="en-US" dirty="0">
              <a:solidFill>
                <a:schemeClr val="bg1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2932316082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Content Placeholder 4"/>
          <p:cNvPicPr>
            <a:picLocks noGrp="1" noChangeAspect="1"/>
          </p:cNvPicPr>
          <p:nvPr>
            <p:ph sz="quarter" idx="1"/>
          </p:nvPr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-1476672" y="0"/>
            <a:ext cx="13354516" cy="7419176"/>
          </a:xfrm>
        </p:spPr>
      </p:pic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512" y="3573016"/>
            <a:ext cx="8153400" cy="990600"/>
          </a:xfrm>
        </p:spPr>
        <p:txBody>
          <a:bodyPr>
            <a:normAutofit fontScale="90000"/>
          </a:bodyPr>
          <a:lstStyle/>
          <a:p>
            <a:r>
              <a:rPr lang="en-US" dirty="0" smtClean="0">
                <a:solidFill>
                  <a:schemeClr val="tx1"/>
                </a:solidFill>
              </a:rPr>
              <a:t>Business &amp; Global </a:t>
            </a:r>
            <a:r>
              <a:rPr lang="en-US" dirty="0">
                <a:solidFill>
                  <a:schemeClr val="tx1"/>
                </a:solidFill>
              </a:rPr>
              <a:t>Trade Advocacy</a:t>
            </a:r>
            <a:br>
              <a:rPr lang="en-US" dirty="0">
                <a:solidFill>
                  <a:schemeClr val="tx1"/>
                </a:solidFill>
              </a:rPr>
            </a:br>
            <a:endParaRPr lang="en-US" dirty="0">
              <a:solidFill>
                <a:schemeClr val="tx1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1631994044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MEANS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sz="quarter" idx="1"/>
          </p:nvPr>
        </p:nvSpPr>
        <p:spPr>
          <a:xfrm>
            <a:off x="612648" y="1600200"/>
            <a:ext cx="8153400" cy="4709120"/>
          </a:xfrm>
        </p:spPr>
        <p:txBody>
          <a:bodyPr>
            <a:normAutofit fontScale="70000" lnSpcReduction="20000"/>
          </a:bodyPr>
          <a:lstStyle/>
          <a:p>
            <a:pPr>
              <a:buFont typeface="Wingdings" panose="05000000000000000000" pitchFamily="2" charset="2"/>
              <a:buChar char="§"/>
            </a:pPr>
            <a:r>
              <a:rPr lang="en-US" dirty="0"/>
              <a:t>Review trends to establish where the debate is (Baselines)</a:t>
            </a:r>
          </a:p>
          <a:p>
            <a:pPr>
              <a:buFont typeface="Wingdings" panose="05000000000000000000" pitchFamily="2" charset="2"/>
              <a:buChar char="§"/>
            </a:pPr>
            <a:r>
              <a:rPr lang="en-US" dirty="0"/>
              <a:t>Establish what needs to be done/gaps</a:t>
            </a:r>
          </a:p>
          <a:p>
            <a:pPr>
              <a:buFont typeface="Wingdings" panose="05000000000000000000" pitchFamily="2" charset="2"/>
              <a:buChar char="§"/>
            </a:pPr>
            <a:r>
              <a:rPr lang="en-US" dirty="0"/>
              <a:t>Identify Action Platforms that exist</a:t>
            </a:r>
          </a:p>
          <a:p>
            <a:pPr>
              <a:buFont typeface="Wingdings" panose="05000000000000000000" pitchFamily="2" charset="2"/>
              <a:buChar char="§"/>
            </a:pPr>
            <a:r>
              <a:rPr lang="en-US" dirty="0"/>
              <a:t>Generate a body of knowledge to create awareness among actors and build rationale for action.</a:t>
            </a:r>
          </a:p>
          <a:p>
            <a:pPr>
              <a:buFont typeface="Wingdings" panose="05000000000000000000" pitchFamily="2" charset="2"/>
              <a:buChar char="§"/>
            </a:pPr>
            <a:r>
              <a:rPr lang="en-US" dirty="0"/>
              <a:t>Collate information collected into:</a:t>
            </a:r>
          </a:p>
          <a:p>
            <a:pPr lvl="2">
              <a:buFont typeface="Courier New" panose="02070309020205020404" pitchFamily="49" charset="0"/>
              <a:buChar char="o"/>
            </a:pPr>
            <a:r>
              <a:rPr lang="en-US" dirty="0"/>
              <a:t>Papers</a:t>
            </a:r>
          </a:p>
          <a:p>
            <a:pPr lvl="2">
              <a:buFont typeface="Courier New" panose="02070309020205020404" pitchFamily="49" charset="0"/>
              <a:buChar char="o"/>
            </a:pPr>
            <a:r>
              <a:rPr lang="en-US" dirty="0" err="1"/>
              <a:t>Publicaitions</a:t>
            </a:r>
            <a:endParaRPr lang="en-US" dirty="0"/>
          </a:p>
          <a:p>
            <a:pPr lvl="2">
              <a:buFont typeface="Courier New" panose="02070309020205020404" pitchFamily="49" charset="0"/>
              <a:buChar char="o"/>
            </a:pPr>
            <a:r>
              <a:rPr lang="en-US" dirty="0" err="1"/>
              <a:t>Newletters</a:t>
            </a:r>
            <a:endParaRPr lang="en-US" dirty="0"/>
          </a:p>
          <a:p>
            <a:pPr lvl="2">
              <a:buFont typeface="Courier New" panose="02070309020205020404" pitchFamily="49" charset="0"/>
              <a:buChar char="o"/>
            </a:pPr>
            <a:r>
              <a:rPr lang="en-US" dirty="0"/>
              <a:t>Posters</a:t>
            </a:r>
          </a:p>
          <a:p>
            <a:pPr>
              <a:buFont typeface="Wingdings" panose="05000000000000000000" pitchFamily="2" charset="2"/>
              <a:buChar char="§"/>
            </a:pPr>
            <a:r>
              <a:rPr lang="en-US" dirty="0"/>
              <a:t>Disseminate in:</a:t>
            </a:r>
          </a:p>
          <a:p>
            <a:pPr marL="937260" lvl="2" indent="-342900">
              <a:buFont typeface="Courier New" panose="02070309020205020404" pitchFamily="49" charset="0"/>
              <a:buChar char="o"/>
            </a:pPr>
            <a:r>
              <a:rPr lang="en-US" dirty="0"/>
              <a:t>Seminars</a:t>
            </a:r>
          </a:p>
          <a:p>
            <a:pPr marL="937260" lvl="2" indent="-342900">
              <a:buFont typeface="Courier New" panose="02070309020205020404" pitchFamily="49" charset="0"/>
              <a:buChar char="o"/>
            </a:pPr>
            <a:r>
              <a:rPr lang="en-US" dirty="0" err="1"/>
              <a:t>Worksops</a:t>
            </a:r>
            <a:r>
              <a:rPr lang="en-US" dirty="0"/>
              <a:t> </a:t>
            </a:r>
          </a:p>
          <a:p>
            <a:pPr marL="937260" lvl="2" indent="-342900">
              <a:buFont typeface="Courier New" panose="02070309020205020404" pitchFamily="49" charset="0"/>
              <a:buChar char="o"/>
            </a:pPr>
            <a:r>
              <a:rPr lang="en-US" dirty="0"/>
              <a:t>International meetings</a:t>
            </a:r>
          </a:p>
          <a:p>
            <a:pPr marL="937260" lvl="2" indent="-342900">
              <a:buFont typeface="Courier New" panose="02070309020205020404" pitchFamily="49" charset="0"/>
              <a:buChar char="o"/>
            </a:pPr>
            <a:r>
              <a:rPr lang="en-US" dirty="0"/>
              <a:t>Conferences</a:t>
            </a:r>
          </a:p>
          <a:p>
            <a:pPr marL="937260" lvl="2" indent="-342900">
              <a:buFont typeface="Courier New" panose="02070309020205020404" pitchFamily="49" charset="0"/>
              <a:buChar char="o"/>
            </a:pPr>
            <a:r>
              <a:rPr lang="en-US" dirty="0"/>
              <a:t>Website</a:t>
            </a:r>
          </a:p>
          <a:p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918160896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>
            <a:normAutofit fontScale="85000" lnSpcReduction="20000"/>
          </a:bodyPr>
          <a:lstStyle/>
          <a:p>
            <a:pPr>
              <a:defRPr/>
            </a:pPr>
            <a:fld id="{EB99166C-40FC-4CE5-81A5-1A9CFD81E16E}" type="slidenum">
              <a:rPr lang="en-US"/>
              <a:pPr>
                <a:defRPr/>
              </a:pPr>
              <a:t>9</a:t>
            </a:fld>
            <a:endParaRPr lang="en-US"/>
          </a:p>
        </p:txBody>
      </p:sp>
      <p:sp>
        <p:nvSpPr>
          <p:cNvPr id="576514" name="Rectangle 2"/>
          <p:cNvSpPr>
            <a:spLocks noGrp="1" noChangeArrowheads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pPr eaLnBrk="1" hangingPunct="1">
              <a:defRPr/>
            </a:pPr>
            <a:r>
              <a:rPr lang="en-US" sz="4800" b="1" dirty="0">
                <a:solidFill>
                  <a:schemeClr val="accent4"/>
                </a:solidFill>
              </a:rPr>
              <a:t>GENDER ADVOCACY</a:t>
            </a:r>
          </a:p>
        </p:txBody>
      </p:sp>
      <p:sp>
        <p:nvSpPr>
          <p:cNvPr id="6150" name="Rectangle 3"/>
          <p:cNvSpPr>
            <a:spLocks noGrp="1" noChangeArrowheads="1"/>
          </p:cNvSpPr>
          <p:nvPr>
            <p:ph type="body" idx="1"/>
          </p:nvPr>
        </p:nvSpPr>
        <p:spPr>
          <a:xfrm>
            <a:off x="612648" y="1600200"/>
            <a:ext cx="8153400" cy="4421088"/>
          </a:xfrm>
        </p:spPr>
        <p:txBody>
          <a:bodyPr>
            <a:normAutofit/>
          </a:bodyPr>
          <a:lstStyle/>
          <a:p>
            <a:pPr eaLnBrk="1" hangingPunct="1">
              <a:lnSpc>
                <a:spcPct val="90000"/>
              </a:lnSpc>
              <a:buFont typeface="Wingdings" pitchFamily="2" charset="2"/>
              <a:buChar char="§"/>
            </a:pPr>
            <a:r>
              <a:rPr lang="en-US" dirty="0"/>
              <a:t>Women and Leadership</a:t>
            </a:r>
          </a:p>
          <a:p>
            <a:pPr eaLnBrk="1" hangingPunct="1">
              <a:lnSpc>
                <a:spcPct val="90000"/>
              </a:lnSpc>
              <a:buFont typeface="Wingdings" pitchFamily="2" charset="2"/>
              <a:buChar char="§"/>
            </a:pPr>
            <a:r>
              <a:rPr lang="en-US" dirty="0"/>
              <a:t>Economic Empowerment</a:t>
            </a:r>
          </a:p>
          <a:p>
            <a:pPr eaLnBrk="1" hangingPunct="1">
              <a:lnSpc>
                <a:spcPct val="90000"/>
              </a:lnSpc>
              <a:buFont typeface="Wingdings" pitchFamily="2" charset="2"/>
              <a:buChar char="§"/>
            </a:pPr>
            <a:r>
              <a:rPr lang="en-US" dirty="0"/>
              <a:t>Gender Based Violence</a:t>
            </a:r>
          </a:p>
          <a:p>
            <a:pPr eaLnBrk="1" hangingPunct="1">
              <a:lnSpc>
                <a:spcPct val="90000"/>
              </a:lnSpc>
              <a:buFont typeface="Wingdings" pitchFamily="2" charset="2"/>
              <a:buChar char="§"/>
            </a:pPr>
            <a:r>
              <a:rPr lang="en-US" dirty="0" err="1"/>
              <a:t>Etc</a:t>
            </a:r>
            <a:endParaRPr lang="en-US" dirty="0"/>
          </a:p>
          <a:p>
            <a:pPr eaLnBrk="1" hangingPunct="1">
              <a:lnSpc>
                <a:spcPct val="90000"/>
              </a:lnSpc>
              <a:buFont typeface="Wingdings" pitchFamily="2" charset="2"/>
              <a:buChar char="§"/>
            </a:pPr>
            <a:endParaRPr lang="en-US" dirty="0"/>
          </a:p>
          <a:p>
            <a:pPr marL="0" indent="0" eaLnBrk="1" hangingPunct="1">
              <a:lnSpc>
                <a:spcPct val="90000"/>
              </a:lnSpc>
              <a:buNone/>
            </a:pPr>
            <a:r>
              <a:rPr lang="en-US" dirty="0"/>
              <a:t> </a:t>
            </a:r>
          </a:p>
          <a:p>
            <a:pPr eaLnBrk="1" hangingPunct="1">
              <a:lnSpc>
                <a:spcPct val="90000"/>
              </a:lnSpc>
              <a:buClr>
                <a:srgbClr val="FF9900"/>
              </a:buClr>
              <a:buFont typeface="Wingdings" pitchFamily="2" charset="2"/>
              <a:buChar char="§"/>
            </a:pPr>
            <a:endParaRPr lang="en-US" sz="2800" dirty="0"/>
          </a:p>
          <a:p>
            <a:pPr eaLnBrk="1" hangingPunct="1">
              <a:lnSpc>
                <a:spcPct val="90000"/>
              </a:lnSpc>
            </a:pPr>
            <a:endParaRPr lang="en-US" sz="2800" dirty="0"/>
          </a:p>
        </p:txBody>
      </p:sp>
    </p:spTree>
    <p:extLst>
      <p:ext uri="{BB962C8B-B14F-4D97-AF65-F5344CB8AC3E}">
        <p14:creationId xmlns:p14="http://schemas.microsoft.com/office/powerpoint/2010/main" val="2120972646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>
            <a:normAutofit fontScale="85000" lnSpcReduction="20000"/>
          </a:bodyPr>
          <a:lstStyle/>
          <a:p>
            <a:pPr>
              <a:defRPr/>
            </a:pPr>
            <a:fld id="{EB99166C-40FC-4CE5-81A5-1A9CFD81E16E}" type="slidenum">
              <a:rPr lang="en-US"/>
              <a:pPr>
                <a:defRPr/>
              </a:pPr>
              <a:t>10</a:t>
            </a:fld>
            <a:endParaRPr lang="en-US"/>
          </a:p>
        </p:txBody>
      </p:sp>
      <p:sp>
        <p:nvSpPr>
          <p:cNvPr id="576514" name="Rectangle 2"/>
          <p:cNvSpPr>
            <a:spLocks noGrp="1" noChangeArrowheads="1"/>
          </p:cNvSpPr>
          <p:nvPr>
            <p:ph type="title"/>
          </p:nvPr>
        </p:nvSpPr>
        <p:spPr>
          <a:xfrm>
            <a:off x="0" y="228600"/>
            <a:ext cx="8766048" cy="990600"/>
          </a:xfrm>
        </p:spPr>
        <p:txBody>
          <a:bodyPr>
            <a:normAutofit fontScale="90000"/>
          </a:bodyPr>
          <a:lstStyle/>
          <a:p>
            <a:pPr eaLnBrk="1" hangingPunct="1">
              <a:defRPr/>
            </a:pPr>
            <a:r>
              <a:rPr lang="en-US" sz="4800" b="1" dirty="0">
                <a:solidFill>
                  <a:schemeClr val="accent4"/>
                </a:solidFill>
              </a:rPr>
              <a:t>CHILDREN AND YOUTH ADVOCACY</a:t>
            </a:r>
          </a:p>
        </p:txBody>
      </p:sp>
      <p:sp>
        <p:nvSpPr>
          <p:cNvPr id="6150" name="Rectangle 3"/>
          <p:cNvSpPr>
            <a:spLocks noGrp="1" noChangeArrowheads="1"/>
          </p:cNvSpPr>
          <p:nvPr>
            <p:ph type="body" idx="1"/>
          </p:nvPr>
        </p:nvSpPr>
        <p:spPr>
          <a:xfrm>
            <a:off x="612648" y="1600200"/>
            <a:ext cx="8153400" cy="4421088"/>
          </a:xfrm>
        </p:spPr>
        <p:txBody>
          <a:bodyPr>
            <a:normAutofit/>
          </a:bodyPr>
          <a:lstStyle/>
          <a:p>
            <a:pPr eaLnBrk="1" hangingPunct="1">
              <a:lnSpc>
                <a:spcPct val="90000"/>
              </a:lnSpc>
              <a:buFont typeface="Wingdings" pitchFamily="2" charset="2"/>
              <a:buChar char="§"/>
            </a:pPr>
            <a:r>
              <a:rPr lang="en-US" dirty="0"/>
              <a:t>Street Children</a:t>
            </a:r>
          </a:p>
          <a:p>
            <a:pPr eaLnBrk="1" hangingPunct="1">
              <a:lnSpc>
                <a:spcPct val="90000"/>
              </a:lnSpc>
              <a:buFont typeface="Wingdings" pitchFamily="2" charset="2"/>
              <a:buChar char="§"/>
            </a:pPr>
            <a:r>
              <a:rPr lang="en-US" dirty="0"/>
              <a:t>Female Genital Mutilation</a:t>
            </a:r>
          </a:p>
          <a:p>
            <a:pPr eaLnBrk="1" hangingPunct="1">
              <a:lnSpc>
                <a:spcPct val="90000"/>
              </a:lnSpc>
              <a:buFont typeface="Wingdings" pitchFamily="2" charset="2"/>
              <a:buChar char="§"/>
            </a:pPr>
            <a:r>
              <a:rPr lang="en-US" dirty="0"/>
              <a:t>Teenage Pregnancies</a:t>
            </a:r>
          </a:p>
          <a:p>
            <a:pPr eaLnBrk="1" hangingPunct="1">
              <a:lnSpc>
                <a:spcPct val="90000"/>
              </a:lnSpc>
              <a:buFont typeface="Wingdings" pitchFamily="2" charset="2"/>
              <a:buChar char="§"/>
            </a:pPr>
            <a:r>
              <a:rPr lang="en-US" dirty="0" err="1"/>
              <a:t>Etc</a:t>
            </a:r>
            <a:endParaRPr lang="en-US" dirty="0"/>
          </a:p>
          <a:p>
            <a:pPr marL="0" indent="0" eaLnBrk="1" hangingPunct="1">
              <a:lnSpc>
                <a:spcPct val="90000"/>
              </a:lnSpc>
              <a:buNone/>
            </a:pPr>
            <a:endParaRPr lang="en-US" dirty="0"/>
          </a:p>
          <a:p>
            <a:pPr marL="0" indent="0" eaLnBrk="1" hangingPunct="1">
              <a:lnSpc>
                <a:spcPct val="90000"/>
              </a:lnSpc>
              <a:buNone/>
            </a:pPr>
            <a:r>
              <a:rPr lang="en-US" dirty="0"/>
              <a:t> </a:t>
            </a:r>
          </a:p>
          <a:p>
            <a:pPr eaLnBrk="1" hangingPunct="1">
              <a:lnSpc>
                <a:spcPct val="90000"/>
              </a:lnSpc>
              <a:buClr>
                <a:srgbClr val="FF9900"/>
              </a:buClr>
              <a:buFont typeface="Wingdings" pitchFamily="2" charset="2"/>
              <a:buChar char="§"/>
            </a:pPr>
            <a:endParaRPr lang="en-US" sz="2800" dirty="0"/>
          </a:p>
          <a:p>
            <a:pPr eaLnBrk="1" hangingPunct="1">
              <a:lnSpc>
                <a:spcPct val="90000"/>
              </a:lnSpc>
            </a:pPr>
            <a:endParaRPr lang="en-US" sz="2800" dirty="0"/>
          </a:p>
        </p:txBody>
      </p:sp>
    </p:spTree>
    <p:extLst>
      <p:ext uri="{BB962C8B-B14F-4D97-AF65-F5344CB8AC3E}">
        <p14:creationId xmlns:p14="http://schemas.microsoft.com/office/powerpoint/2010/main" val="1339582016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>
            <a:normAutofit fontScale="85000" lnSpcReduction="20000"/>
          </a:bodyPr>
          <a:lstStyle/>
          <a:p>
            <a:pPr>
              <a:defRPr/>
            </a:pPr>
            <a:fld id="{EB99166C-40FC-4CE5-81A5-1A9CFD81E16E}" type="slidenum">
              <a:rPr lang="en-US"/>
              <a:pPr>
                <a:defRPr/>
              </a:pPr>
              <a:t>11</a:t>
            </a:fld>
            <a:endParaRPr lang="en-US"/>
          </a:p>
        </p:txBody>
      </p:sp>
      <p:sp>
        <p:nvSpPr>
          <p:cNvPr id="576514" name="Rectangle 2"/>
          <p:cNvSpPr>
            <a:spLocks noGrp="1" noChangeArrowheads="1"/>
          </p:cNvSpPr>
          <p:nvPr>
            <p:ph type="title"/>
          </p:nvPr>
        </p:nvSpPr>
        <p:spPr>
          <a:xfrm>
            <a:off x="0" y="228600"/>
            <a:ext cx="9144000" cy="990600"/>
          </a:xfrm>
        </p:spPr>
        <p:txBody>
          <a:bodyPr>
            <a:noAutofit/>
          </a:bodyPr>
          <a:lstStyle/>
          <a:p>
            <a:pPr eaLnBrk="1" hangingPunct="1">
              <a:defRPr/>
            </a:pPr>
            <a:r>
              <a:rPr lang="en-US" sz="3600" b="1" dirty="0">
                <a:solidFill>
                  <a:schemeClr val="accent4"/>
                </a:solidFill>
              </a:rPr>
              <a:t>WATER AND SANITATION RIGHTS ADVOCACY</a:t>
            </a:r>
          </a:p>
        </p:txBody>
      </p:sp>
      <p:sp>
        <p:nvSpPr>
          <p:cNvPr id="6150" name="Rectangle 3"/>
          <p:cNvSpPr>
            <a:spLocks noGrp="1" noChangeArrowheads="1"/>
          </p:cNvSpPr>
          <p:nvPr>
            <p:ph type="body" idx="1"/>
          </p:nvPr>
        </p:nvSpPr>
        <p:spPr>
          <a:xfrm>
            <a:off x="612648" y="1600200"/>
            <a:ext cx="8153400" cy="4421088"/>
          </a:xfrm>
        </p:spPr>
        <p:txBody>
          <a:bodyPr>
            <a:normAutofit/>
          </a:bodyPr>
          <a:lstStyle/>
          <a:p>
            <a:pPr eaLnBrk="1" hangingPunct="1">
              <a:lnSpc>
                <a:spcPct val="90000"/>
              </a:lnSpc>
              <a:buFont typeface="Wingdings" pitchFamily="2" charset="2"/>
              <a:buChar char="§"/>
            </a:pPr>
            <a:r>
              <a:rPr lang="en-US" dirty="0"/>
              <a:t>Access</a:t>
            </a:r>
          </a:p>
          <a:p>
            <a:pPr eaLnBrk="1" hangingPunct="1">
              <a:lnSpc>
                <a:spcPct val="90000"/>
              </a:lnSpc>
              <a:buFont typeface="Wingdings" pitchFamily="2" charset="2"/>
              <a:buChar char="§"/>
            </a:pPr>
            <a:r>
              <a:rPr lang="en-US" dirty="0"/>
              <a:t>Governance (representation)</a:t>
            </a:r>
          </a:p>
          <a:p>
            <a:pPr eaLnBrk="1" hangingPunct="1">
              <a:lnSpc>
                <a:spcPct val="90000"/>
              </a:lnSpc>
              <a:buFont typeface="Wingdings" pitchFamily="2" charset="2"/>
              <a:buChar char="§"/>
            </a:pPr>
            <a:r>
              <a:rPr lang="en-US" dirty="0"/>
              <a:t>Participation</a:t>
            </a:r>
          </a:p>
          <a:p>
            <a:pPr eaLnBrk="1" hangingPunct="1">
              <a:lnSpc>
                <a:spcPct val="90000"/>
              </a:lnSpc>
              <a:buFont typeface="Wingdings" pitchFamily="2" charset="2"/>
              <a:buChar char="§"/>
            </a:pPr>
            <a:r>
              <a:rPr lang="en-US" dirty="0" err="1"/>
              <a:t>Etc</a:t>
            </a:r>
            <a:endParaRPr lang="en-US" dirty="0"/>
          </a:p>
          <a:p>
            <a:pPr eaLnBrk="1" hangingPunct="1">
              <a:lnSpc>
                <a:spcPct val="90000"/>
              </a:lnSpc>
              <a:buFont typeface="Wingdings" pitchFamily="2" charset="2"/>
              <a:buChar char="§"/>
            </a:pPr>
            <a:endParaRPr lang="en-US" dirty="0"/>
          </a:p>
          <a:p>
            <a:pPr marL="0" indent="0" eaLnBrk="1" hangingPunct="1">
              <a:lnSpc>
                <a:spcPct val="90000"/>
              </a:lnSpc>
              <a:buNone/>
            </a:pPr>
            <a:r>
              <a:rPr lang="en-US" dirty="0"/>
              <a:t> </a:t>
            </a:r>
          </a:p>
          <a:p>
            <a:pPr eaLnBrk="1" hangingPunct="1">
              <a:lnSpc>
                <a:spcPct val="90000"/>
              </a:lnSpc>
              <a:buClr>
                <a:srgbClr val="FF9900"/>
              </a:buClr>
              <a:buFont typeface="Wingdings" pitchFamily="2" charset="2"/>
              <a:buChar char="§"/>
            </a:pPr>
            <a:endParaRPr lang="en-US" sz="2800" dirty="0"/>
          </a:p>
          <a:p>
            <a:pPr eaLnBrk="1" hangingPunct="1">
              <a:lnSpc>
                <a:spcPct val="90000"/>
              </a:lnSpc>
            </a:pPr>
            <a:endParaRPr lang="en-US" sz="2800" dirty="0"/>
          </a:p>
        </p:txBody>
      </p:sp>
    </p:spTree>
    <p:extLst>
      <p:ext uri="{BB962C8B-B14F-4D97-AF65-F5344CB8AC3E}">
        <p14:creationId xmlns:p14="http://schemas.microsoft.com/office/powerpoint/2010/main" val="2121117501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>
            <a:normAutofit fontScale="85000" lnSpcReduction="20000"/>
          </a:bodyPr>
          <a:lstStyle/>
          <a:p>
            <a:pPr>
              <a:defRPr/>
            </a:pPr>
            <a:fld id="{EB99166C-40FC-4CE5-81A5-1A9CFD81E16E}" type="slidenum">
              <a:rPr lang="en-US"/>
              <a:pPr>
                <a:defRPr/>
              </a:pPr>
              <a:t>12</a:t>
            </a:fld>
            <a:endParaRPr lang="en-US"/>
          </a:p>
        </p:txBody>
      </p:sp>
      <p:sp>
        <p:nvSpPr>
          <p:cNvPr id="576514" name="Rectangle 2"/>
          <p:cNvSpPr>
            <a:spLocks noGrp="1" noChangeArrowheads="1"/>
          </p:cNvSpPr>
          <p:nvPr>
            <p:ph type="title"/>
          </p:nvPr>
        </p:nvSpPr>
        <p:spPr>
          <a:xfrm>
            <a:off x="0" y="228600"/>
            <a:ext cx="9144000" cy="990600"/>
          </a:xfrm>
        </p:spPr>
        <p:txBody>
          <a:bodyPr>
            <a:normAutofit/>
          </a:bodyPr>
          <a:lstStyle/>
          <a:p>
            <a:pPr eaLnBrk="1" hangingPunct="1">
              <a:defRPr/>
            </a:pPr>
            <a:r>
              <a:rPr lang="en-US" sz="4000" b="1" dirty="0" smtClean="0">
                <a:solidFill>
                  <a:schemeClr val="accent4"/>
                </a:solidFill>
              </a:rPr>
              <a:t>BUSINESS &amp;</a:t>
            </a:r>
            <a:r>
              <a:rPr lang="en-US" sz="4000" b="1" dirty="0" smtClean="0">
                <a:solidFill>
                  <a:schemeClr val="accent4"/>
                </a:solidFill>
              </a:rPr>
              <a:t>GLOBAL </a:t>
            </a:r>
            <a:r>
              <a:rPr lang="en-US" sz="4000" b="1" dirty="0">
                <a:solidFill>
                  <a:schemeClr val="accent4"/>
                </a:solidFill>
              </a:rPr>
              <a:t>TRADE ADVOCACY</a:t>
            </a:r>
          </a:p>
        </p:txBody>
      </p:sp>
      <p:sp>
        <p:nvSpPr>
          <p:cNvPr id="6150" name="Rectangle 3"/>
          <p:cNvSpPr>
            <a:spLocks noGrp="1" noChangeArrowheads="1"/>
          </p:cNvSpPr>
          <p:nvPr>
            <p:ph type="body" idx="1"/>
          </p:nvPr>
        </p:nvSpPr>
        <p:spPr>
          <a:xfrm>
            <a:off x="612648" y="1600200"/>
            <a:ext cx="8153400" cy="4421088"/>
          </a:xfrm>
        </p:spPr>
        <p:txBody>
          <a:bodyPr>
            <a:normAutofit/>
          </a:bodyPr>
          <a:lstStyle/>
          <a:p>
            <a:pPr eaLnBrk="1" hangingPunct="1">
              <a:lnSpc>
                <a:spcPct val="90000"/>
              </a:lnSpc>
              <a:buFont typeface="Wingdings" pitchFamily="2" charset="2"/>
              <a:buChar char="§"/>
            </a:pPr>
            <a:r>
              <a:rPr lang="en-US" dirty="0" smtClean="0"/>
              <a:t>Smal</a:t>
            </a:r>
            <a:r>
              <a:rPr lang="en-US" dirty="0" smtClean="0"/>
              <a:t>l Business Development and Empowerment</a:t>
            </a:r>
            <a:endParaRPr lang="en-US" dirty="0" smtClean="0"/>
          </a:p>
          <a:p>
            <a:pPr eaLnBrk="1" hangingPunct="1">
              <a:lnSpc>
                <a:spcPct val="90000"/>
              </a:lnSpc>
              <a:buFont typeface="Wingdings" pitchFamily="2" charset="2"/>
              <a:buChar char="§"/>
            </a:pPr>
            <a:r>
              <a:rPr lang="en-US" dirty="0" smtClean="0"/>
              <a:t>Market </a:t>
            </a:r>
            <a:r>
              <a:rPr lang="en-US" dirty="0"/>
              <a:t>Access</a:t>
            </a:r>
          </a:p>
          <a:p>
            <a:pPr eaLnBrk="1" hangingPunct="1">
              <a:lnSpc>
                <a:spcPct val="90000"/>
              </a:lnSpc>
              <a:buFont typeface="Wingdings" pitchFamily="2" charset="2"/>
              <a:buChar char="§"/>
            </a:pPr>
            <a:r>
              <a:rPr lang="en-US" dirty="0"/>
              <a:t>North South Divide</a:t>
            </a:r>
          </a:p>
          <a:p>
            <a:pPr eaLnBrk="1" hangingPunct="1">
              <a:lnSpc>
                <a:spcPct val="90000"/>
              </a:lnSpc>
              <a:buFont typeface="Wingdings" pitchFamily="2" charset="2"/>
              <a:buChar char="§"/>
            </a:pPr>
            <a:r>
              <a:rPr lang="en-US" dirty="0"/>
              <a:t>Trade Barriers (Tariff and non-tariff)</a:t>
            </a:r>
          </a:p>
          <a:p>
            <a:pPr eaLnBrk="1" hangingPunct="1">
              <a:lnSpc>
                <a:spcPct val="90000"/>
              </a:lnSpc>
              <a:buFont typeface="Wingdings" pitchFamily="2" charset="2"/>
              <a:buChar char="§"/>
            </a:pPr>
            <a:r>
              <a:rPr lang="en-US" dirty="0" err="1"/>
              <a:t>Etc</a:t>
            </a:r>
            <a:endParaRPr lang="en-US" dirty="0"/>
          </a:p>
          <a:p>
            <a:pPr marL="0" indent="0" eaLnBrk="1" hangingPunct="1">
              <a:lnSpc>
                <a:spcPct val="90000"/>
              </a:lnSpc>
              <a:buNone/>
            </a:pPr>
            <a:r>
              <a:rPr lang="en-US" dirty="0"/>
              <a:t> </a:t>
            </a:r>
          </a:p>
          <a:p>
            <a:pPr eaLnBrk="1" hangingPunct="1">
              <a:lnSpc>
                <a:spcPct val="90000"/>
              </a:lnSpc>
              <a:buClr>
                <a:srgbClr val="FF9900"/>
              </a:buClr>
              <a:buFont typeface="Wingdings" pitchFamily="2" charset="2"/>
              <a:buChar char="§"/>
            </a:pPr>
            <a:endParaRPr lang="en-US" sz="2800" dirty="0"/>
          </a:p>
          <a:p>
            <a:pPr eaLnBrk="1" hangingPunct="1">
              <a:lnSpc>
                <a:spcPct val="90000"/>
              </a:lnSpc>
            </a:pPr>
            <a:endParaRPr lang="en-US" sz="2800" dirty="0"/>
          </a:p>
        </p:txBody>
      </p:sp>
    </p:spTree>
    <p:extLst>
      <p:ext uri="{BB962C8B-B14F-4D97-AF65-F5344CB8AC3E}">
        <p14:creationId xmlns:p14="http://schemas.microsoft.com/office/powerpoint/2010/main" val="941009831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b="1" dirty="0"/>
              <a:t>SOME OF OUR PAST WORKS</a:t>
            </a:r>
            <a:endParaRPr lang="en-US" dirty="0"/>
          </a:p>
        </p:txBody>
      </p:sp>
      <p:pic>
        <p:nvPicPr>
          <p:cNvPr id="4" name="Picture 3"/>
          <p:cNvPicPr>
            <a:picLocks noChangeAspect="1"/>
          </p:cNvPicPr>
          <p:nvPr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043608" y="1559242"/>
            <a:ext cx="6858000" cy="530120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158862061"/>
      </p:ext>
    </p:extLst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D397507-5E89-4357-A1E4-6D2ACDD2DCB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 b="1" dirty="0">
                <a:solidFill>
                  <a:schemeClr val="accent4"/>
                </a:solidFill>
              </a:rPr>
              <a:t>PARTNERSHIP</a:t>
            </a:r>
            <a:endParaRPr lang="en-US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BFA51663-06EE-4084-835D-A205B73D7DEF}"/>
              </a:ext>
            </a:extLst>
          </p:cNvPr>
          <p:cNvSpPr>
            <a:spLocks noGrp="1"/>
          </p:cNvSpPr>
          <p:nvPr>
            <p:ph sz="quarter" idx="1"/>
          </p:nvPr>
        </p:nvSpPr>
        <p:spPr>
          <a:xfrm>
            <a:off x="0" y="1600200"/>
            <a:ext cx="8964488" cy="5257800"/>
          </a:xfrm>
        </p:spPr>
        <p:txBody>
          <a:bodyPr>
            <a:normAutofit lnSpcReduction="10000"/>
          </a:bodyPr>
          <a:lstStyle/>
          <a:p>
            <a:pPr algn="just">
              <a:buFont typeface="Wingdings" panose="05000000000000000000" pitchFamily="2" charset="2"/>
              <a:buChar char="§"/>
              <a:defRPr/>
            </a:pPr>
            <a:r>
              <a:rPr lang="en-US" sz="3200" dirty="0"/>
              <a:t>Support a paper on  a topical issue</a:t>
            </a:r>
          </a:p>
          <a:p>
            <a:pPr algn="just">
              <a:buFont typeface="Wingdings" panose="05000000000000000000" pitchFamily="2" charset="2"/>
              <a:buChar char="§"/>
              <a:defRPr/>
            </a:pPr>
            <a:r>
              <a:rPr lang="en-US" sz="3200" dirty="0"/>
              <a:t> Support dissemination of topical paper in designated forum)</a:t>
            </a:r>
          </a:p>
          <a:p>
            <a:pPr algn="just">
              <a:buFont typeface="Wingdings" panose="05000000000000000000" pitchFamily="2" charset="2"/>
              <a:buChar char="§"/>
              <a:defRPr/>
            </a:pPr>
            <a:r>
              <a:rPr lang="en-US" sz="3200" dirty="0"/>
              <a:t>Support other information collection (body of knowledge initiative)</a:t>
            </a:r>
          </a:p>
          <a:p>
            <a:pPr algn="just">
              <a:buFont typeface="Wingdings" panose="05000000000000000000" pitchFamily="2" charset="2"/>
              <a:buChar char="§"/>
              <a:defRPr/>
            </a:pPr>
            <a:r>
              <a:rPr lang="en-US" sz="3200" dirty="0"/>
              <a:t>Support a newsletter or publication</a:t>
            </a:r>
          </a:p>
          <a:p>
            <a:pPr algn="just">
              <a:buFont typeface="Wingdings" panose="05000000000000000000" pitchFamily="2" charset="2"/>
              <a:buChar char="§"/>
              <a:defRPr/>
            </a:pPr>
            <a:r>
              <a:rPr lang="en-US" sz="3200" dirty="0"/>
              <a:t>Support another awareness initiative (website, participation for capacity </a:t>
            </a:r>
            <a:r>
              <a:rPr lang="en-US" sz="3200" dirty="0" err="1"/>
              <a:t>etc</a:t>
            </a:r>
            <a:r>
              <a:rPr lang="en-US" sz="3200" dirty="0"/>
              <a:t>)</a:t>
            </a:r>
          </a:p>
          <a:p>
            <a:pPr algn="just">
              <a:buFont typeface="Wingdings" panose="05000000000000000000" pitchFamily="2" charset="2"/>
              <a:buChar char="§"/>
              <a:defRPr/>
            </a:pPr>
            <a:r>
              <a:rPr lang="en-US" sz="3200" dirty="0"/>
              <a:t>Use our Master Rapporteur </a:t>
            </a:r>
            <a:r>
              <a:rPr lang="en-US" sz="3200" dirty="0" err="1"/>
              <a:t>Programme</a:t>
            </a:r>
            <a:endParaRPr lang="en-US" sz="3200" dirty="0"/>
          </a:p>
          <a:p>
            <a:pPr algn="just">
              <a:buFont typeface="Wingdings" panose="05000000000000000000" pitchFamily="2" charset="2"/>
              <a:buChar char="§"/>
              <a:defRPr/>
            </a:pPr>
            <a:r>
              <a:rPr lang="en-US" sz="3200" dirty="0"/>
              <a:t>Let us develop your Communications Strategy </a:t>
            </a:r>
          </a:p>
          <a:p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757248656"/>
      </p:ext>
    </p:extLst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itle 3"/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pPr algn="ctr"/>
            <a:r>
              <a:rPr lang="en-GB" sz="3600" dirty="0"/>
              <a:t>-ENDS-</a:t>
            </a:r>
          </a:p>
        </p:txBody>
      </p:sp>
    </p:spTree>
  </p:cSld>
  <p:clrMapOvr>
    <a:masterClrMapping/>
  </p:clrMapOvr>
  <p:transition>
    <p:push dir="u"/>
  </p:transition>
</p:sld>
</file>

<file path=ppt/theme/_rels/theme1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jpeg"/><Relationship Id="rId1" Type="http://schemas.openxmlformats.org/officeDocument/2006/relationships/image" Target="../media/image1.jpeg"/></Relationships>
</file>

<file path=ppt/theme/theme1.xml><?xml version="1.0" encoding="utf-8"?>
<a:theme xmlns:a="http://schemas.openxmlformats.org/drawingml/2006/main" name="Median">
  <a:themeElements>
    <a:clrScheme name="Concourse">
      <a:dk1>
        <a:sysClr val="windowText" lastClr="000000"/>
      </a:dk1>
      <a:lt1>
        <a:sysClr val="window" lastClr="FFFFFF"/>
      </a:lt1>
      <a:dk2>
        <a:srgbClr val="464646"/>
      </a:dk2>
      <a:lt2>
        <a:srgbClr val="DEF5FA"/>
      </a:lt2>
      <a:accent1>
        <a:srgbClr val="2DA2BF"/>
      </a:accent1>
      <a:accent2>
        <a:srgbClr val="DA1F28"/>
      </a:accent2>
      <a:accent3>
        <a:srgbClr val="EB641B"/>
      </a:accent3>
      <a:accent4>
        <a:srgbClr val="39639D"/>
      </a:accent4>
      <a:accent5>
        <a:srgbClr val="474B78"/>
      </a:accent5>
      <a:accent6>
        <a:srgbClr val="7D3C4A"/>
      </a:accent6>
      <a:hlink>
        <a:srgbClr val="FF8119"/>
      </a:hlink>
      <a:folHlink>
        <a:srgbClr val="44B9E8"/>
      </a:folHlink>
    </a:clrScheme>
    <a:fontScheme name="Median">
      <a:majorFont>
        <a:latin typeface="Tw Cen MT"/>
        <a:ea typeface=""/>
        <a:cs typeface=""/>
        <a:font script="Grek" typeface="Calibri"/>
        <a:font script="Cyrl" typeface="Calibri"/>
        <a:font script="Jpan" typeface="HGPｺﾞｼｯｸE"/>
        <a:font script="Hang" typeface="HY얕은샘물M"/>
        <a:font script="Hans" typeface="华文仿宋"/>
        <a:font script="Hant" typeface="微軟正黑體"/>
        <a:font script="Arab" typeface="Arial"/>
        <a:font script="Hebr" typeface="Levenim MT"/>
        <a:font script="Thai" typeface="FreesiaUPC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ahoma"/>
        <a:font script="Uigh" typeface="Microsoft Uighur"/>
      </a:majorFont>
      <a:minorFont>
        <a:latin typeface="Tw Cen MT"/>
        <a:ea typeface=""/>
        <a:cs typeface=""/>
        <a:font script="Grek" typeface="Calibri"/>
        <a:font script="Cyrl" typeface="Calibri"/>
        <a:font script="Jpan" typeface="HGPｺﾞｼｯｸE"/>
        <a:font script="Hang" typeface="HY얕은샘물M"/>
        <a:font script="Hans" typeface="华文仿宋"/>
        <a:font script="Hant" typeface="微軟正黑體"/>
        <a:font script="Arab" typeface="Arial"/>
        <a:font script="Hebr" typeface="Levenim MT"/>
        <a:font script="Thai" typeface="FreesiaUPC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ahoma"/>
        <a:font script="Uigh" typeface="Microsoft Uighur"/>
      </a:minorFont>
    </a:fontScheme>
    <a:fmtScheme name="Median">
      <a:fillStyleLst>
        <a:solidFill>
          <a:schemeClr val="phClr"/>
        </a:solidFill>
        <a:solidFill>
          <a:schemeClr val="phClr">
            <a:tint val="50000"/>
          </a:schemeClr>
        </a:solidFill>
        <a:solidFill>
          <a:schemeClr val="phClr"/>
        </a:solidFill>
      </a:fillStyleLst>
      <a:lnStyleLst>
        <a:ln w="10000" cap="flat" cmpd="sng" algn="ctr">
          <a:solidFill>
            <a:schemeClr val="phClr"/>
          </a:solidFill>
          <a:prstDash val="solid"/>
        </a:ln>
        <a:ln w="19050" cap="flat" cmpd="sng" algn="ctr">
          <a:solidFill>
            <a:schemeClr val="phClr"/>
          </a:solidFill>
          <a:prstDash val="solid"/>
        </a:ln>
        <a:ln w="47625" cap="flat" cmpd="dbl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38100" dist="30000" dir="5400000" rotWithShape="0">
              <a:srgbClr val="000000">
                <a:alpha val="45000"/>
              </a:srgbClr>
            </a:outerShdw>
          </a:effectLst>
        </a:effectStyle>
        <a:effectStyle>
          <a:effectLst>
            <a:outerShdw blurRad="38100" dist="30000" dir="5400000" rotWithShape="0">
              <a:srgbClr val="000000">
                <a:alpha val="45000"/>
              </a:srgbClr>
            </a:outerShdw>
          </a:effectLst>
        </a:effectStyle>
        <a:effectStyle>
          <a:effectLst>
            <a:outerShdw blurRad="38100" dist="25400" dir="5400000" rotWithShape="0">
              <a:srgbClr val="000000">
                <a:alpha val="35000"/>
              </a:srgbClr>
            </a:outerShdw>
          </a:effectLst>
          <a:scene3d>
            <a:camera prst="isometricTopDown" fov="0">
              <a:rot lat="0" lon="0" rev="0"/>
            </a:camera>
            <a:lightRig rig="balanced" dir="t">
              <a:rot lat="0" lon="0" rev="13800000"/>
            </a:lightRig>
          </a:scene3d>
          <a:sp3d extrusionH="12700" prstMaterial="plastic">
            <a:bevelT w="38100" h="25400" prst="softRound"/>
            <a:contourClr>
              <a:schemeClr val="phClr"/>
            </a:contourClr>
          </a:sp3d>
        </a:effectStyle>
      </a:effectStyleLst>
      <a:bgFillStyleLst>
        <a:solidFill>
          <a:schemeClr val="phClr"/>
        </a:solidFill>
        <a:blipFill>
          <a:blip xmlns:r="http://schemas.openxmlformats.org/officeDocument/2006/relationships" r:embed="rId1">
            <a:duotone>
              <a:schemeClr val="phClr">
                <a:shade val="90000"/>
                <a:satMod val="140000"/>
              </a:schemeClr>
              <a:schemeClr val="phClr">
                <a:satMod val="120000"/>
              </a:schemeClr>
            </a:duotone>
          </a:blip>
          <a:tile tx="0" ty="0" sx="100000" sy="100000" flip="none" algn="tl"/>
        </a:blipFill>
        <a:blipFill>
          <a:blip xmlns:r="http://schemas.openxmlformats.org/officeDocument/2006/relationships" r:embed="rId2">
            <a:duotone>
              <a:schemeClr val="phClr">
                <a:shade val="90000"/>
                <a:satMod val="140000"/>
              </a:schemeClr>
              <a:schemeClr val="phClr">
                <a:satMod val="120000"/>
              </a:schemeClr>
            </a:duotone>
          </a:blip>
          <a:tile tx="0" ty="0" sx="100000" sy="100000" flip="none" algn="tl"/>
        </a:blipFill>
      </a:bgFillStyleLst>
    </a:fmtScheme>
  </a:themeElements>
  <a:objectDefaults/>
  <a:extraClrSchemeLst/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3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emplate>Median</Template>
  <TotalTime>1089</TotalTime>
  <Words>237</Words>
  <Application>Microsoft Office PowerPoint</Application>
  <PresentationFormat>On-screen Show (4:3)</PresentationFormat>
  <Paragraphs>84</Paragraphs>
  <Slides>15</Slides>
  <Notes>7</Notes>
  <HiddenSlides>0</HiddenSlides>
  <MMClips>0</MMClips>
  <ScaleCrop>false</ScaleCrop>
  <HeadingPairs>
    <vt:vector size="6" baseType="variant">
      <vt:variant>
        <vt:lpstr>Fonts Used</vt:lpstr>
      </vt:variant>
      <vt:variant>
        <vt:i4>6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15</vt:i4>
      </vt:variant>
    </vt:vector>
  </HeadingPairs>
  <TitlesOfParts>
    <vt:vector size="22" baseType="lpstr">
      <vt:lpstr>Arial</vt:lpstr>
      <vt:lpstr>Calibri</vt:lpstr>
      <vt:lpstr>Courier New</vt:lpstr>
      <vt:lpstr>Tw Cen MT</vt:lpstr>
      <vt:lpstr>Wingdings</vt:lpstr>
      <vt:lpstr>Wingdings 2</vt:lpstr>
      <vt:lpstr>Median</vt:lpstr>
      <vt:lpstr>    SHINING COMMUNITIES CBO  </vt:lpstr>
      <vt:lpstr>THRUST</vt:lpstr>
      <vt:lpstr>OUR PILLARS</vt:lpstr>
      <vt:lpstr>Gender Advocacy </vt:lpstr>
      <vt:lpstr>Children and Youth Advocacy </vt:lpstr>
      <vt:lpstr>Water Rights and Environment  Advocacy </vt:lpstr>
      <vt:lpstr>Business &amp; Global Trade Advocacy </vt:lpstr>
      <vt:lpstr>MEANS</vt:lpstr>
      <vt:lpstr>GENDER ADVOCACY</vt:lpstr>
      <vt:lpstr>CHILDREN AND YOUTH ADVOCACY</vt:lpstr>
      <vt:lpstr>WATER AND SANITATION RIGHTS ADVOCACY</vt:lpstr>
      <vt:lpstr>BUSINESS &amp;GLOBAL TRADE ADVOCACY</vt:lpstr>
      <vt:lpstr>SOME OF OUR PAST WORKS</vt:lpstr>
      <vt:lpstr>PARTNERSHIP</vt:lpstr>
      <vt:lpstr>-ENDS-</vt:lpstr>
    </vt:vector>
  </TitlesOfParts>
  <Company>Microsoft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Slide 1</dc:title>
  <dc:creator>ekamau</dc:creator>
  <cp:lastModifiedBy>hp</cp:lastModifiedBy>
  <cp:revision>249</cp:revision>
  <dcterms:created xsi:type="dcterms:W3CDTF">2017-09-06T09:16:47Z</dcterms:created>
  <dcterms:modified xsi:type="dcterms:W3CDTF">2026-08-04T13:14:15Z</dcterms:modified>
</cp:coreProperties>
</file>